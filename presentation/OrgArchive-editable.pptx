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a27ed91d164598" /><Relationship Type="http://schemas.openxmlformats.org/officeDocument/2006/relationships/extended-properties" Target="/docProps/app.xml" Id="Rb6348127b3684384" /><Relationship Type="http://schemas.openxmlformats.org/officeDocument/2006/relationships/officeDocument" Target="/ppt/presentation.xml" Id="R5fc5db508f214854" /></Relationships>
</file>

<file path=ppt/presentation.xml><?xml version="1.0" encoding="utf-8"?>
<p:presentation xmlns:p="http://schemas.openxmlformats.org/presentationml/2006/main">
  <p:sldMasterIdLst>
    <p:sldMasterId xmlns:r="http://schemas.openxmlformats.org/officeDocument/2006/relationships" id="2147483648" r:id="Rc108538170cd4ebb"/>
  </p:sldMasterIdLst>
  <p:notesMasterIdLst>
    <p:notesMasterId xmlns:r="http://schemas.openxmlformats.org/officeDocument/2006/relationships" r:id="R7025796493544daf"/>
  </p:notesMasterIdLst>
  <p:sldIdLst>
    <p:sldId xmlns:r="http://schemas.openxmlformats.org/officeDocument/2006/relationships" id="256" r:id="R458f6c8eb56f42eb"/>
    <p:sldId xmlns:r="http://schemas.openxmlformats.org/officeDocument/2006/relationships" id="257" r:id="Rcd298e0d110743e5"/>
    <p:sldId xmlns:r="http://schemas.openxmlformats.org/officeDocument/2006/relationships" id="258" r:id="R209c297a124d47be"/>
    <p:sldId xmlns:r="http://schemas.openxmlformats.org/officeDocument/2006/relationships" id="259" r:id="R0333884884b24119"/>
    <p:sldId xmlns:r="http://schemas.openxmlformats.org/officeDocument/2006/relationships" id="260" r:id="R1ec8512811004456"/>
    <p:sldId xmlns:r="http://schemas.openxmlformats.org/officeDocument/2006/relationships" id="261" r:id="R3dd4bf8a6f504f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685732c9a747a7" /><Relationship Type="http://schemas.openxmlformats.org/officeDocument/2006/relationships/slideMaster" Target="/ppt/slideMasters/slideMaster1.xml" Id="Rc108538170cd4ebb" /><Relationship Type="http://schemas.openxmlformats.org/officeDocument/2006/relationships/notesMaster" Target="/ppt/notesMasters/notesMaster1.xml" Id="R7025796493544daf" /><Relationship Type="http://schemas.openxmlformats.org/officeDocument/2006/relationships/presProps" Target="/ppt/presProps.xml" Id="R516a57ba138a4f08" /><Relationship Type="http://schemas.openxmlformats.org/officeDocument/2006/relationships/tableStyles" Target="/ppt/tableStyles.xml" Id="Rc28b7c25e1814bf2" /><Relationship Type="http://schemas.openxmlformats.org/officeDocument/2006/relationships/slide" Target="/ppt/slides/slide1.xml" Id="R458f6c8eb56f42eb" /><Relationship Type="http://schemas.openxmlformats.org/officeDocument/2006/relationships/slide" Target="/ppt/slides/slide2.xml" Id="Rcd298e0d110743e5" /><Relationship Type="http://schemas.openxmlformats.org/officeDocument/2006/relationships/slide" Target="/ppt/slides/slide3.xml" Id="R209c297a124d47be" /><Relationship Type="http://schemas.openxmlformats.org/officeDocument/2006/relationships/slide" Target="/ppt/slides/slide4.xml" Id="R0333884884b24119" /><Relationship Type="http://schemas.openxmlformats.org/officeDocument/2006/relationships/slide" Target="/ppt/slides/slide5.xml" Id="R1ec8512811004456" /><Relationship Type="http://schemas.openxmlformats.org/officeDocument/2006/relationships/slide" Target="/ppt/slides/slide6.xml" Id="R3dd4bf8a6f504f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ad4eeaffa64d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2667dc57ff49e0" /><Relationship Type="http://schemas.openxmlformats.org/officeDocument/2006/relationships/notesMaster" Target="/ppt/notesMasters/notesMaster1.xml" Id="R13dda9b76ec64c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7b3d98e5ce4b1c" /><Relationship Type="http://schemas.openxmlformats.org/officeDocument/2006/relationships/notesMaster" Target="/ppt/notesMasters/notesMaster1.xml" Id="R732fe67f400142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d15404bd9432a" /><Relationship Type="http://schemas.openxmlformats.org/officeDocument/2006/relationships/notesMaster" Target="/ppt/notesMasters/notesMaster1.xml" Id="R9b4093014f914e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aa059dd5104ca0" /><Relationship Type="http://schemas.openxmlformats.org/officeDocument/2006/relationships/notesMaster" Target="/ppt/notesMasters/notesMaster1.xml" Id="Raf465fb900d24b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843ef9b65843ba" /><Relationship Type="http://schemas.openxmlformats.org/officeDocument/2006/relationships/notesMaster" Target="/ppt/notesMasters/notesMaster1.xml" Id="Ra7a9a37de4aa47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ef730f95474891" /><Relationship Type="http://schemas.openxmlformats.org/officeDocument/2006/relationships/notesMaster" Target="/ppt/notesMasters/notesMaster1.xml" Id="R8a4e152747024d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Ihr habt sicher von den zwei neuen Sicherheitslücken in PHP gehört. Unter bestimmten Bedingungen konnte ein Angreifer damit ohne Login Code auf dem Server ausführen. Diesen Fall bespreche ich heute nicht.</a:t>
            </a:r>
          </a:p>
          <a:p xmlns:a="http://schemas.openxmlformats.org/drawingml/2006/main">
            <a:r>
              <a:t>- Heute zeige ich ein anderes Beispiel: mein kleines Demo-Projekt OrgArchive mit zwei schon bekannten CVEs in seinen Libraries.</a:t>
            </a:r>
          </a:p>
          <a:p xmlns:a="http://schemas.openxmlformats.org/drawingml/2006/main">
            <a:r>
              <a:t>- Ich starte ohne Account und ohne Login. Dann registriere ich einen normalen User. Schritt für Schritt komme ich zur User-Liste und zu allen Documents in der Datenbank.</a:t>
            </a:r>
          </a:p>
          <a:p xmlns:a="http://schemas.openxmlformats.org/drawingml/2006/main">
            <a:r>
              <a:t>- Ich zeige, wie CVEs und Entscheidungen im Code zusammen den Zugriff auf diese geschützten Daten ermöglichen.</a:t>
            </a:r>
          </a:p>
          <a:p xmlns:a="http://schemas.openxmlformats.org/drawingml/2006/main">
            <a:r>
              <a:t>- Zuerst erkläre ich das Projekt und seine Security. Danach zeige ich wichtige Stellen im Code und die Requests in Postman.</a:t>
            </a:r>
          </a:p>
          <a:p xmlns:a="http://schemas.openxmlformats.org/drawingml/2006/main">
            <a:r>
              <a:t>Quelle: https://www.php.net/archive/2026.php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 OrgArchive speichern verschiedene Organizations ihre Documents.</a:t>
            </a:r>
          </a:p>
          <a:p xmlns:a="http://schemas.openxmlformats.org/drawingml/2006/main">
            <a:r>
              <a:t>- Ein User soll nur Documents seiner eigenen Organization sehen. Ein Admin kann Users und Organizations ansehen.</a:t>
            </a:r>
          </a:p>
          <a:p xmlns:a="http://schemas.openxmlformats.org/drawingml/2006/main">
            <a:r>
              <a:t>- User und Document haben beide eine eigene Spalte `organizationUuid`. Sie verbindet sie mit der Organization. In den JSON-Metadaten des Documents stehen `category` und `revision`.</a:t>
            </a:r>
          </a:p>
          <a:p xmlns:a="http://schemas.openxmlformats.org/drawingml/2006/main">
            <a:r>
              <a:t>- Ich habe MariaDB 11.8 gewählt, weil sie Vektoren unterstützt. So könnte ich später ähnliche Documents anhand ihres Textes finden.</a:t>
            </a:r>
          </a:p>
          <a:p xmlns:a="http://schemas.openxmlformats.org/drawingml/2006/main">
            <a:r>
              <a:t>- Aus demselben Grund nutze ich Spring AI. Es kann ein Modell für Textvektoren mit MariaDB und der Suche verbinden.</a:t>
            </a:r>
          </a:p>
          <a:p xmlns:a="http://schemas.openxmlformats.org/drawingml/2006/main">
            <a:r>
              <a:t>- Im aktuellen Projekt nutze ich nur einen kleinen Teil von Spring AI: den Filter für Metadaten. Eine Vektorsuche gibt es noch nicht.</a:t>
            </a:r>
          </a:p>
          <a:p xmlns:a="http://schemas.openxmlformats.org/drawingml/2006/main">
            <a:r>
              <a:t/>
            </a:r>
          </a:p>
          <a:p xmlns:a="http://schemas.openxmlformats.org/drawingml/2006/main">
            <a:r>
              <a:t>- Der Aufbau ist einfach: Postman → Archive Service auf `localhost:8080` → MariaDB in Docker.</a:t>
            </a:r>
          </a:p>
          <a:p xmlns:a="http://schemas.openxmlformats.org/drawingml/2006/main">
            <a:r>
              <a:t>- `GET /v3/api-docs` liefert die OpenAPI-Spezifikation. Dort sehen wir Pfade und HTTP-Methoden. Die Liste gibt keinen Zugriff auf geschützte Daten.</a:t>
            </a:r>
          </a:p>
          <a:p xmlns:a="http://schemas.openxmlformats.org/drawingml/2006/main">
            <a:r>
              <a:t>- `POST /signup` ist öffentlich. Der Server erstellt einen User und eine neue interne `organizationUuid`. Die Antwort enthält nur den Username.</a:t>
            </a:r>
          </a:p>
          <a:p xmlns:a="http://schemas.openxmlformats.org/drawingml/2006/main">
            <a:r>
              <a:t>- `GET /users` und `GET /users/{id}` sind für Admins gedacht. `GET /organizations` und `GET /organizations/{id}` nutzen dieselbe Regel.</a:t>
            </a:r>
          </a:p>
          <a:p xmlns:a="http://schemas.openxmlformats.org/drawingml/2006/main">
            <a:r>
              <a:t>- `POST /documents/search` ist für Users. Der Server liest die Organization-UUID aus dem Account, nicht aus dem Request.</a:t>
            </a:r>
          </a:p>
          <a:p xmlns:a="http://schemas.openxmlformats.org/drawingml/2006/main">
            <a:r>
              <a:t>- Mit `search-safe` zeige ich später den sicheren Vergleich. `search-debug` gibt es für das Demo, aber wir brauchen es nicht in der Hauptkette.</a:t>
            </a:r>
          </a:p>
          <a:p xmlns:a="http://schemas.openxmlformats.org/drawingml/2006/main">
            <a:r>
              <a:t>Quelle: https://docs.spring.io/spring-ai/reference/1.0/api/vectordbs/mariadb.html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Ich öffne `SecurityConfig`. HTTP Basic prüft Username und Passwort. Ohne Login sind nur `/signup` und OpenAPI erreichbar.</a:t>
            </a:r>
          </a:p>
          <a:p xmlns:a="http://schemas.openxmlformats.org/drawingml/2006/main">
            <a:r>
              <a:t>- Für `/users`, `/organizations` und `/documents` verlangt der HTTP-Filter einen Login. Danach prüft die Methode die Rolle.</a:t>
            </a:r>
          </a:p>
          <a:p xmlns:a="http://schemas.openxmlformats.org/drawingml/2006/main">
            <a:r>
              <a:t>- Ich öffne `AdminRoleSecurityContract`. Das Interface definiert `list` und `get`. Beide Methoden haben `@PreAuthorize("hasRole('ADMIN')")`.</a:t>
            </a:r>
          </a:p>
          <a:p xmlns:a="http://schemas.openxmlformats.org/drawingml/2006/main">
            <a:r>
              <a:t>- `UserController` und `OrganizationController` implementieren dieses Interface. So sollen beide dieselbe Admin-Regel nutzen.</a:t>
            </a:r>
          </a:p>
          <a:p xmlns:a="http://schemas.openxmlformats.org/drawingml/2006/main">
            <a:r>
              <a:t>- Ich öffne `DocumentController`: Für die Suche braucht man die Rolle `USER`. In `DocumentSearchService` kommt die Organization-UUID aus dem Account des Users.</a:t>
            </a:r>
          </a:p>
          <a:p xmlns:a="http://schemas.openxmlformats.org/drawingml/2006/main">
            <a:r>
              <a:t>- Passwörter liegen als BCrypt-Hashes in der Datenbank. Spring Security prüft die Rollen `USER` und `ADMIN`.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 `UserController` gibt `GET /users` keine Passwörter zurück. Mit `GET /users?debug=true` enthält die Antwort aber `passwordHash` für jeden User.</a:t>
            </a:r>
          </a:p>
          <a:p xmlns:a="http://schemas.openxmlformats.org/drawingml/2006/main">
            <a:r>
              <a:t>- Diesen Fehler habe ich für das Demo eingebaut. Älteren Debug-Code dieser Art kann man auch in echten Projekten finden.</a:t>
            </a:r>
          </a:p>
          <a:p xmlns:a="http://schemas.openxmlformats.org/drawingml/2006/main">
            <a:r>
              <a:t>- Zuerst wirkt das Risiko klein: Der Endpoint ist für Admins gedacht. Außerdem sind es Hashes und keine Passwörter im Klartext.</a:t>
            </a:r>
          </a:p>
          <a:p xmlns:a="http://schemas.openxmlformats.org/drawingml/2006/main">
            <a:r>
              <a:t/>
            </a:r>
          </a:p>
          <a:p xmlns:a="http://schemas.openxmlformats.org/drawingml/2006/main">
            <a:r>
              <a:t>- CVE-2025-22223: Unsere Spring-Security-Version findet `@PreAuthorize` auf dem generischen Interface unter diesen Bedingungen nicht.</a:t>
            </a:r>
          </a:p>
          <a:p xmlns:a="http://schemas.openxmlformats.org/drawingml/2006/main">
            <a:r>
              <a:t>- Der HTTP-Filter verlangt weiter einen Login. Aber ein normaler `USER` kann `/users` ohne `ADMIN`-Rolle lesen. Das ist der erste Zugriff ohne die nötige Berechtigung.</a:t>
            </a:r>
          </a:p>
          <a:p xmlns:a="http://schemas.openxmlformats.org/drawingml/2006/main">
            <a:r>
              <a:t>Quelle: https://spring.io/security/cve-2025-22223/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CVE-2026-22730: Der Spring-AI-Converter setzt den Wert von `category` ohne korrektes Escaping in SQL ein. Eine zusätzliche `OR`-Bedingung umgeht den Filter für die Organization.</a:t>
            </a:r>
          </a:p>
          <a:p xmlns:a="http://schemas.openxmlformats.org/drawingml/2006/main">
            <a:r>
              <a:t>- Nach der Injection sehe ich Documents anderer Organizations.</a:t>
            </a:r>
          </a:p>
          <a:p xmlns:a="http://schemas.openxmlformats.org/drawingml/2006/main">
            <a:r>
              <a:t/>
            </a:r>
          </a:p>
          <a:p xmlns:a="http://schemas.openxmlformats.org/drawingml/2006/main">
            <a:r>
              <a:t>Live-Demo: normaler Filter, Injection und search-safe in Postman.</a:t>
            </a:r>
          </a:p>
          <a:p xmlns:a="http://schemas.openxmlformats.org/drawingml/2006/main">
            <a:r>
              <a:t>Quelle: https://spring.io/security/cve-2026-22730/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Ich prüfe regelmäßig meine Dependencies und neue CVEs.</a:t>
            </a:r>
          </a:p>
          <a:p xmlns:a="http://schemas.openxmlformats.org/drawingml/2006/main">
            <a:r>
              <a:t>- Ich schaue auf den konkreten Code im Projekt. So kann ich das Risiko bewerten und wichtige Updates zuerst machen.</a:t>
            </a:r>
          </a:p>
          <a:p xmlns:a="http://schemas.openxmlformats.org/drawingml/2006/main">
            <a:r>
              <a:t>- Alte Legacy-Entscheidungen können zusammen mit einer neuen CVE zu einem ernsten Problem werden.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c3020cf13f44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f2db433cd84b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b0429c349940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784bc2523d48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1feb20eb9441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1547ebde9c43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4657C1-07CA-442A-B2B2-EC092AA101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45E26B-1F68-4D03-BEC0-4EB699F092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4D9C02-62A1-4EB4-9305-844F182F6E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641245-5517-43B5-A9AF-31C37FC5A1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7B601D-5F74-4DA7-A98A-E0AAC9F1CE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187588-6945-4553-82A5-ADDFB5840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74E763-1BBD-4156-AF70-2D2BD48745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A52EED-7DCD-4728-81C7-7E08398C83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C3867-7756-4DD4-8B4A-6E3B53CD0B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8A9536-C65B-4A37-B16D-45A479B466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00a624a81d4367" /><Relationship Type="http://schemas.openxmlformats.org/officeDocument/2006/relationships/slideLayout" Target="/ppt/slideLayouts/slideLayout1.xml" Id="R96bffd9221c548e6" /><Relationship Type="http://schemas.openxmlformats.org/officeDocument/2006/relationships/slideLayout" Target="/ppt/slideLayouts/slideLayout2.xml" Id="R05807b812d664c6c" /><Relationship Type="http://schemas.openxmlformats.org/officeDocument/2006/relationships/slideLayout" Target="/ppt/slideLayouts/slideLayout3.xml" Id="R512a20d829064e45" /><Relationship Type="http://schemas.openxmlformats.org/officeDocument/2006/relationships/slideLayout" Target="/ppt/slideLayouts/slideLayout4.xml" Id="R6c6f51bb603c4207" /><Relationship Type="http://schemas.openxmlformats.org/officeDocument/2006/relationships/slideLayout" Target="/ppt/slideLayouts/slideLayout5.xml" Id="R60cdd838ec8f4227" /><Relationship Type="http://schemas.openxmlformats.org/officeDocument/2006/relationships/slideLayout" Target="/ppt/slideLayouts/slideLayout6.xml" Id="R53158681be2347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bffd9221c548e6"/>
    <p:sldLayoutId xmlns:r="http://schemas.openxmlformats.org/officeDocument/2006/relationships" id="2147483650" r:id="R05807b812d664c6c"/>
    <p:sldLayoutId xmlns:r="http://schemas.openxmlformats.org/officeDocument/2006/relationships" id="2147483651" r:id="R512a20d829064e45"/>
    <p:sldLayoutId xmlns:r="http://schemas.openxmlformats.org/officeDocument/2006/relationships" id="2147483652" r:id="R6c6f51bb603c4207"/>
    <p:sldLayoutId xmlns:r="http://schemas.openxmlformats.org/officeDocument/2006/relationships" id="2147483653" r:id="R60cdd838ec8f4227"/>
    <p:sldLayoutId xmlns:r="http://schemas.openxmlformats.org/officeDocument/2006/relationships" id="2147483654" r:id="R53158681be2347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cbae75314a4ed6" /><Relationship Type="http://schemas.openxmlformats.org/officeDocument/2006/relationships/notesSlide" Target="/ppt/notesSlides/notesSlide1.xml" Id="Ree16fa42cddb47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14ed52e21f4771" /><Relationship Type="http://schemas.openxmlformats.org/officeDocument/2006/relationships/notesSlide" Target="/ppt/notesSlides/notesSlide2.xml" Id="R87ca45ca702c40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4d72d6b7474119" /><Relationship Type="http://schemas.openxmlformats.org/officeDocument/2006/relationships/notesSlide" Target="/ppt/notesSlides/notesSlide3.xml" Id="Rca3fd7fb1b074b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0754111a764e3e" /><Relationship Type="http://schemas.openxmlformats.org/officeDocument/2006/relationships/notesSlide" Target="/ppt/notesSlides/notesSlide4.xml" Id="R2dafcaaab22d4c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5547a491444ae5" /><Relationship Type="http://schemas.openxmlformats.org/officeDocument/2006/relationships/notesSlide" Target="/ppt/notesSlides/notesSlide5.xml" Id="Rdeba9769857643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b030d7baba47b7" /><Relationship Type="http://schemas.openxmlformats.org/officeDocument/2006/relationships/notesSlide" Target="/ppt/notesSlides/notesSlide6.xml" Id="Rb9cab3c7ee1a4875"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5DD19C-67AC-4FFB-979C-187DBF6C9449}"/>
              </a:ext>
            </a:extLst>
          </p:cNvPr>
          <p:cNvSpPr>
            <a:spLocks xmlns:a="http://schemas.openxmlformats.org/drawingml/2006/main" noGrp="1"/>
          </p:cNvSpPr>
          <p:nvPr/>
        </p:nvSpPr>
        <p:spPr>
          <a:xfrm xmlns:a="http://schemas.openxmlformats.org/drawingml/2006/main">
            <a:off x="647700" y="1143000"/>
            <a:ext cx="85725" cy="37147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6006D1-EC37-48D3-BFF3-8D37231C6FE5}"/>
              </a:ext>
            </a:extLst>
          </p:cNvPr>
          <p:cNvSpPr>
            <a:spLocks xmlns:a="http://schemas.openxmlformats.org/drawingml/2006/main" noGrp="1"/>
          </p:cNvSpPr>
          <p:nvPr/>
        </p:nvSpPr>
        <p:spPr>
          <a:xfrm xmlns:a="http://schemas.openxmlformats.org/drawingml/2006/main">
            <a:off x="1066800" y="1466850"/>
            <a:ext cx="9810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200" b="1">
                <a:solidFill>
                  <a:srgbClr val="202935"/>
                </a:solidFill>
                <a:latin typeface="Arial"/>
                <a:ea typeface="Arial"/>
                <a:cs typeface="Arial"/>
              </a:defRPr>
            </a:defPPr>
            <a:lvl1pPr algn="l">
              <a:defRPr sz="4200" b="1">
                <a:solidFill>
                  <a:srgbClr val="202935"/>
                </a:solidFill>
                <a:latin typeface="Arial"/>
                <a:ea typeface="Arial"/>
                <a:cs typeface="Arial"/>
              </a:defRPr>
            </a:lvl1pPr>
            <a:lvl2pPr algn="l">
              <a:defRPr sz="4200" b="1">
                <a:solidFill>
                  <a:srgbClr val="202935"/>
                </a:solidFill>
                <a:latin typeface="Arial"/>
                <a:ea typeface="Arial"/>
                <a:cs typeface="Arial"/>
              </a:defRPr>
            </a:lvl2pPr>
            <a:lvl3pPr algn="l">
              <a:defRPr sz="4200" b="1">
                <a:solidFill>
                  <a:srgbClr val="202935"/>
                </a:solidFill>
                <a:latin typeface="Arial"/>
                <a:ea typeface="Arial"/>
                <a:cs typeface="Arial"/>
              </a:defRPr>
            </a:lvl3pPr>
            <a:lvl4pPr algn="l">
              <a:defRPr sz="4200" b="1">
                <a:solidFill>
                  <a:srgbClr val="202935"/>
                </a:solidFill>
                <a:latin typeface="Arial"/>
                <a:ea typeface="Arial"/>
                <a:cs typeface="Arial"/>
              </a:defRPr>
            </a:lvl4pPr>
            <a:lvl5pPr algn="l">
              <a:defRPr sz="4200" b="1">
                <a:solidFill>
                  <a:srgbClr val="202935"/>
                </a:solidFill>
                <a:latin typeface="Arial"/>
                <a:ea typeface="Arial"/>
                <a:cs typeface="Arial"/>
              </a:defRPr>
            </a:lvl5pPr>
            <a:lvl6pPr algn="l">
              <a:defRPr sz="4200" b="1">
                <a:solidFill>
                  <a:srgbClr val="202935"/>
                </a:solidFill>
                <a:latin typeface="Arial"/>
                <a:ea typeface="Arial"/>
                <a:cs typeface="Arial"/>
              </a:defRPr>
            </a:lvl6pPr>
            <a:lvl7pPr algn="l">
              <a:defRPr sz="4200" b="1">
                <a:solidFill>
                  <a:srgbClr val="202935"/>
                </a:solidFill>
                <a:latin typeface="Arial"/>
                <a:ea typeface="Arial"/>
                <a:cs typeface="Arial"/>
              </a:defRPr>
            </a:lvl7pPr>
            <a:lvl8pPr algn="l">
              <a:defRPr sz="4200" b="1">
                <a:solidFill>
                  <a:srgbClr val="202935"/>
                </a:solidFill>
                <a:latin typeface="Arial"/>
                <a:ea typeface="Arial"/>
                <a:cs typeface="Arial"/>
              </a:defRPr>
            </a:lvl8pPr>
            <a:lvl9pPr algn="l">
              <a:defRPr sz="4200" b="1">
                <a:solidFill>
                  <a:srgbClr val="202935"/>
                </a:solidFill>
                <a:latin typeface="Arial"/>
                <a:ea typeface="Arial"/>
                <a:cs typeface="Arial"/>
              </a:defRPr>
            </a:lvl9pPr>
          </a:lstStyle>
          <a:p xmlns:a="http://schemas.openxmlformats.org/drawingml/2006/main">
            <a:pPr algn="l">
              <a:defRPr sz="4200" b="1">
                <a:solidFill>
                  <a:srgbClr val="202935"/>
                </a:solidFill>
                <a:latin typeface="Arial"/>
                <a:ea typeface="Arial"/>
                <a:cs typeface="Arial"/>
              </a:defRPr>
            </a:pPr>
            <a:r>
              <a:rPr sz="4200" b="1">
                <a:solidFill>
                  <a:srgbClr val="202935"/>
                </a:solidFill>
                <a:latin typeface="Arial"/>
                <a:ea typeface="Arial"/>
                <a:cs typeface="Arial"/>
              </a:rPr>
              <a:t>Wenn Schwachstellen</a:t>
            </a:r>
          </a:p>
          <a:p xmlns:a="http://schemas.openxmlformats.org/drawingml/2006/main">
            <a:pPr algn="l">
              <a:defRPr sz="4200" b="1">
                <a:solidFill>
                  <a:srgbClr val="202935"/>
                </a:solidFill>
                <a:latin typeface="Arial"/>
                <a:ea typeface="Arial"/>
                <a:cs typeface="Arial"/>
              </a:defRPr>
            </a:pPr>
            <a:r>
              <a:rPr sz="4200" b="1">
                <a:solidFill>
                  <a:srgbClr val="202935"/>
                </a:solidFill>
                <a:latin typeface="Arial"/>
                <a:ea typeface="Arial"/>
                <a:cs typeface="Arial"/>
              </a:rPr>
              <a:t>zusammenwirken</a:t>
            </a:r>
          </a:p>
        </p:txBody>
      </p:sp>
      <p:sp>
        <p:nvSpPr>
          <p:cNvPr id="3" name="">
            <a:extLst xmlns:a="http://schemas.openxmlformats.org/drawingml/2006/main">
              <a:ext uri="{FF2B5EF4-FFF2-40B4-BE49-F238E27FC236}">
                <a16:creationId xmlns:a16="http://schemas.microsoft.com/office/drawing/2014/main" id="{B4D20664-DB34-41FB-B979-CFD7BAC3A7EB}"/>
              </a:ext>
            </a:extLst>
          </p:cNvPr>
          <p:cNvSpPr>
            <a:spLocks xmlns:a="http://schemas.openxmlformats.org/drawingml/2006/main" noGrp="1"/>
          </p:cNvSpPr>
          <p:nvPr/>
        </p:nvSpPr>
        <p:spPr>
          <a:xfrm xmlns:a="http://schemas.openxmlformats.org/drawingml/2006/main">
            <a:off x="1066800" y="3286125"/>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5D6872"/>
                </a:solidFill>
                <a:latin typeface="Arial"/>
                <a:ea typeface="Arial"/>
                <a:cs typeface="Arial"/>
              </a:defRPr>
            </a:defPPr>
            <a:lvl1pPr algn="l">
              <a:defRPr sz="2175" b="0">
                <a:solidFill>
                  <a:srgbClr val="5D6872"/>
                </a:solidFill>
                <a:latin typeface="Arial"/>
                <a:ea typeface="Arial"/>
                <a:cs typeface="Arial"/>
              </a:defRPr>
            </a:lvl1pPr>
            <a:lvl2pPr algn="l">
              <a:defRPr sz="2175" b="0">
                <a:solidFill>
                  <a:srgbClr val="5D6872"/>
                </a:solidFill>
                <a:latin typeface="Arial"/>
                <a:ea typeface="Arial"/>
                <a:cs typeface="Arial"/>
              </a:defRPr>
            </a:lvl2pPr>
            <a:lvl3pPr algn="l">
              <a:defRPr sz="2175" b="0">
                <a:solidFill>
                  <a:srgbClr val="5D6872"/>
                </a:solidFill>
                <a:latin typeface="Arial"/>
                <a:ea typeface="Arial"/>
                <a:cs typeface="Arial"/>
              </a:defRPr>
            </a:lvl3pPr>
            <a:lvl4pPr algn="l">
              <a:defRPr sz="2175" b="0">
                <a:solidFill>
                  <a:srgbClr val="5D6872"/>
                </a:solidFill>
                <a:latin typeface="Arial"/>
                <a:ea typeface="Arial"/>
                <a:cs typeface="Arial"/>
              </a:defRPr>
            </a:lvl4pPr>
            <a:lvl5pPr algn="l">
              <a:defRPr sz="2175" b="0">
                <a:solidFill>
                  <a:srgbClr val="5D6872"/>
                </a:solidFill>
                <a:latin typeface="Arial"/>
                <a:ea typeface="Arial"/>
                <a:cs typeface="Arial"/>
              </a:defRPr>
            </a:lvl5pPr>
            <a:lvl6pPr algn="l">
              <a:defRPr sz="2175" b="0">
                <a:solidFill>
                  <a:srgbClr val="5D6872"/>
                </a:solidFill>
                <a:latin typeface="Arial"/>
                <a:ea typeface="Arial"/>
                <a:cs typeface="Arial"/>
              </a:defRPr>
            </a:lvl6pPr>
            <a:lvl7pPr algn="l">
              <a:defRPr sz="2175" b="0">
                <a:solidFill>
                  <a:srgbClr val="5D6872"/>
                </a:solidFill>
                <a:latin typeface="Arial"/>
                <a:ea typeface="Arial"/>
                <a:cs typeface="Arial"/>
              </a:defRPr>
            </a:lvl7pPr>
            <a:lvl8pPr algn="l">
              <a:defRPr sz="2175" b="0">
                <a:solidFill>
                  <a:srgbClr val="5D6872"/>
                </a:solidFill>
                <a:latin typeface="Arial"/>
                <a:ea typeface="Arial"/>
                <a:cs typeface="Arial"/>
              </a:defRPr>
            </a:lvl8pPr>
            <a:lvl9pPr algn="l">
              <a:defRPr sz="2175" b="0">
                <a:solidFill>
                  <a:srgbClr val="5D6872"/>
                </a:solidFill>
                <a:latin typeface="Arial"/>
                <a:ea typeface="Arial"/>
                <a:cs typeface="Arial"/>
              </a:defRPr>
            </a:lvl9pPr>
          </a:lstStyle>
          <a:p xmlns:a="http://schemas.openxmlformats.org/drawingml/2006/main">
            <a:pPr algn="l">
              <a:defRPr sz="2175" b="0">
                <a:solidFill>
                  <a:srgbClr val="5D6872"/>
                </a:solidFill>
                <a:latin typeface="Arial"/>
                <a:ea typeface="Arial"/>
                <a:cs typeface="Arial"/>
              </a:defRPr>
            </a:pPr>
            <a:r>
              <a:rPr sz="2175" b="0">
                <a:solidFill>
                  <a:srgbClr val="5D6872"/>
                </a:solidFill>
                <a:latin typeface="Arial"/>
                <a:ea typeface="Arial"/>
                <a:cs typeface="Arial"/>
              </a:rPr>
              <a:t>OrgArchive · Zwei CVEs und ein Debug-Flag</a:t>
            </a:r>
          </a:p>
        </p:txBody>
      </p:sp>
      <p:sp>
        <p:nvSpPr>
          <p:cNvPr id="4" name="">
            <a:extLst xmlns:a="http://schemas.openxmlformats.org/drawingml/2006/main">
              <a:ext uri="{FF2B5EF4-FFF2-40B4-BE49-F238E27FC236}">
                <a16:creationId xmlns:a16="http://schemas.microsoft.com/office/drawing/2014/main" id="{B2199512-1583-454D-A3B8-61499E77580C}"/>
              </a:ext>
            </a:extLst>
          </p:cNvPr>
          <p:cNvSpPr>
            <a:spLocks xmlns:a="http://schemas.openxmlformats.org/drawingml/2006/main" noGrp="1"/>
          </p:cNvSpPr>
          <p:nvPr/>
        </p:nvSpPr>
        <p:spPr>
          <a:xfrm xmlns:a="http://schemas.openxmlformats.org/drawingml/2006/main">
            <a:off x="1066800" y="4105275"/>
            <a:ext cx="9410700" cy="0"/>
          </a:xfrm>
          <a:prstGeom xmlns:a="http://schemas.openxmlformats.org/drawingml/2006/main" prst="line">
            <a:avLst/>
          </a:prstGeom>
          <a:ln xmlns:a="http://schemas.openxmlformats.org/drawingml/2006/main" w="19050">
            <a:solidFill>
              <a:srgbClr val="E7E1D7"/>
            </a:solidFill>
            <a:prstDash val="solid"/>
          </a:ln>
        </p:spPr>
      </p:sp>
      <p:sp>
        <p:nvSpPr>
          <p:cNvPr id="5" name="">
            <a:extLst xmlns:a="http://schemas.openxmlformats.org/drawingml/2006/main">
              <a:ext uri="{FF2B5EF4-FFF2-40B4-BE49-F238E27FC236}">
                <a16:creationId xmlns:a16="http://schemas.microsoft.com/office/drawing/2014/main" id="{B8A5FCF0-F386-4DBC-A84D-1BF22247BC50}"/>
              </a:ext>
            </a:extLst>
          </p:cNvPr>
          <p:cNvSpPr>
            <a:spLocks xmlns:a="http://schemas.openxmlformats.org/drawingml/2006/main" noGrp="1"/>
          </p:cNvSpPr>
          <p:nvPr/>
        </p:nvSpPr>
        <p:spPr>
          <a:xfrm xmlns:a="http://schemas.openxmlformats.org/drawingml/2006/main">
            <a:off x="1066800" y="4362450"/>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Live-Demo mit Postman</a:t>
            </a:r>
          </a:p>
        </p:txBody>
      </p:sp>
    </p:spTree>
    <p:extLst>
      <p:ext uri="{BB962C8B-B14F-4D97-AF65-F5344CB8AC3E}">
        <p14:creationId xmlns:p14="http://schemas.microsoft.com/office/powerpoint/2010/main" val="1364662355"/>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BA7089D3-EBCA-4E1D-A8AA-6418D8F86392}"/>
              </a:ext>
            </a:extLst>
          </p:cNvPr>
          <p:cNvCxnSpPr>
            <a:stCxn xmlns:a="http://schemas.openxmlformats.org/drawingml/2006/main" id="8" idx="3"/>
            <a:endCxn xmlns:a="http://schemas.openxmlformats.org/drawingml/2006/main" id="24" idx="1"/>
          </p:cNvCxnSpPr>
          <p:nvPr/>
        </p:nvCxnSpPr>
        <p:spPr>
          <a:xfrm xmlns:a="http://schemas.openxmlformats.org/drawingml/2006/main" flipV="1">
            <a:off x="8420100" y="3390900"/>
            <a:ext cx="762000" cy="104775"/>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cxnSp>
        <p:nvCxnSpPr>
          <p:cNvPr id="31" name="">
            <a:extLst xmlns:a="http://schemas.openxmlformats.org/drawingml/2006/main">
              <a:ext uri="{FF2B5EF4-FFF2-40B4-BE49-F238E27FC236}">
                <a16:creationId xmlns:a16="http://schemas.microsoft.com/office/drawing/2014/main" id="{07FF5A6C-8DDC-4AB7-82E8-C8E754C8ECA8}"/>
              </a:ext>
            </a:extLst>
          </p:cNvPr>
          <p:cNvCxnSpPr>
            <a:stCxn xmlns:a="http://schemas.openxmlformats.org/drawingml/2006/main" id="6" idx="3"/>
            <a:endCxn xmlns:a="http://schemas.openxmlformats.org/drawingml/2006/main" id="8" idx="1"/>
          </p:cNvCxnSpPr>
          <p:nvPr/>
        </p:nvCxnSpPr>
        <p:spPr>
          <a:xfrm xmlns:a="http://schemas.openxmlformats.org/drawingml/2006/main">
            <a:off x="2400300" y="3095625"/>
            <a:ext cx="762000" cy="400050"/>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sp>
        <p:nvSpPr>
          <p:cNvPr id="34" name="">
            <a:extLst xmlns:a="http://schemas.openxmlformats.org/drawingml/2006/main">
              <a:ext uri="{FF2B5EF4-FFF2-40B4-BE49-F238E27FC236}">
                <a16:creationId xmlns:a16="http://schemas.microsoft.com/office/drawing/2014/main" id="{ABFDBD93-2C44-4356-AC98-00D45BB1F0CB}"/>
              </a:ext>
            </a:extLst>
          </p:cNvPr>
          <p:cNvSpPr>
            <a:spLocks xmlns:a="http://schemas.openxmlformats.org/drawingml/2006/main" noGrp="1"/>
          </p:cNvSpPr>
          <p:nvPr/>
        </p:nvSpPr>
        <p:spPr>
          <a:xfrm xmlns:a="http://schemas.openxmlformats.org/drawingml/2006/main">
            <a:off x="647700" y="542925"/>
            <a:ext cx="66675" cy="438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BB51C9-39A2-4B9E-878C-6F0B452B725E}"/>
              </a:ext>
            </a:extLst>
          </p:cNvPr>
          <p:cNvSpPr>
            <a:spLocks xmlns:a="http://schemas.openxmlformats.org/drawingml/2006/main" noGrp="1"/>
          </p:cNvSpPr>
          <p:nvPr/>
        </p:nvSpPr>
        <p:spPr>
          <a:xfrm xmlns:a="http://schemas.openxmlformats.org/drawingml/2006/main">
            <a:off x="876300" y="495300"/>
            <a:ext cx="1062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202935"/>
                </a:solidFill>
                <a:latin typeface="Arial"/>
                <a:ea typeface="Arial"/>
                <a:cs typeface="Arial"/>
              </a:defRPr>
            </a:defPPr>
            <a:lvl1pPr algn="l">
              <a:defRPr sz="2625" b="1">
                <a:solidFill>
                  <a:srgbClr val="202935"/>
                </a:solidFill>
                <a:latin typeface="Arial"/>
                <a:ea typeface="Arial"/>
                <a:cs typeface="Arial"/>
              </a:defRPr>
            </a:lvl1pPr>
            <a:lvl2pPr algn="l">
              <a:defRPr sz="2625" b="1">
                <a:solidFill>
                  <a:srgbClr val="202935"/>
                </a:solidFill>
                <a:latin typeface="Arial"/>
                <a:ea typeface="Arial"/>
                <a:cs typeface="Arial"/>
              </a:defRPr>
            </a:lvl2pPr>
            <a:lvl3pPr algn="l">
              <a:defRPr sz="2625" b="1">
                <a:solidFill>
                  <a:srgbClr val="202935"/>
                </a:solidFill>
                <a:latin typeface="Arial"/>
                <a:ea typeface="Arial"/>
                <a:cs typeface="Arial"/>
              </a:defRPr>
            </a:lvl3pPr>
            <a:lvl4pPr algn="l">
              <a:defRPr sz="2625" b="1">
                <a:solidFill>
                  <a:srgbClr val="202935"/>
                </a:solidFill>
                <a:latin typeface="Arial"/>
                <a:ea typeface="Arial"/>
                <a:cs typeface="Arial"/>
              </a:defRPr>
            </a:lvl4pPr>
            <a:lvl5pPr algn="l">
              <a:defRPr sz="2625" b="1">
                <a:solidFill>
                  <a:srgbClr val="202935"/>
                </a:solidFill>
                <a:latin typeface="Arial"/>
                <a:ea typeface="Arial"/>
                <a:cs typeface="Arial"/>
              </a:defRPr>
            </a:lvl5pPr>
            <a:lvl6pPr algn="l">
              <a:defRPr sz="2625" b="1">
                <a:solidFill>
                  <a:srgbClr val="202935"/>
                </a:solidFill>
                <a:latin typeface="Arial"/>
                <a:ea typeface="Arial"/>
                <a:cs typeface="Arial"/>
              </a:defRPr>
            </a:lvl6pPr>
            <a:lvl7pPr algn="l">
              <a:defRPr sz="2625" b="1">
                <a:solidFill>
                  <a:srgbClr val="202935"/>
                </a:solidFill>
                <a:latin typeface="Arial"/>
                <a:ea typeface="Arial"/>
                <a:cs typeface="Arial"/>
              </a:defRPr>
            </a:lvl7pPr>
            <a:lvl8pPr algn="l">
              <a:defRPr sz="2625" b="1">
                <a:solidFill>
                  <a:srgbClr val="202935"/>
                </a:solidFill>
                <a:latin typeface="Arial"/>
                <a:ea typeface="Arial"/>
                <a:cs typeface="Arial"/>
              </a:defRPr>
            </a:lvl8pPr>
            <a:lvl9pPr algn="l">
              <a:defRPr sz="2625" b="1">
                <a:solidFill>
                  <a:srgbClr val="202935"/>
                </a:solidFill>
                <a:latin typeface="Arial"/>
                <a:ea typeface="Arial"/>
                <a:cs typeface="Arial"/>
              </a:defRPr>
            </a:lvl9pPr>
          </a:lstStyle>
          <a:p xmlns:a="http://schemas.openxmlformats.org/drawingml/2006/main">
            <a:pPr algn="l">
              <a:defRPr sz="2625" b="1">
                <a:solidFill>
                  <a:srgbClr val="202935"/>
                </a:solidFill>
                <a:latin typeface="Arial"/>
                <a:ea typeface="Arial"/>
                <a:cs typeface="Arial"/>
              </a:defRPr>
            </a:pPr>
            <a:r>
              <a:rPr sz="2625" b="1">
                <a:solidFill>
                  <a:srgbClr val="202935"/>
                </a:solidFill>
                <a:latin typeface="Arial"/>
                <a:ea typeface="Arial"/>
                <a:cs typeface="Arial"/>
              </a:rPr>
              <a:t>OrgArchive: Daten und Endpoints</a:t>
            </a:r>
          </a:p>
        </p:txBody>
      </p:sp>
      <p:sp>
        <p:nvSpPr>
          <p:cNvPr id="3" name="">
            <a:extLst xmlns:a="http://schemas.openxmlformats.org/drawingml/2006/main">
              <a:ext uri="{FF2B5EF4-FFF2-40B4-BE49-F238E27FC236}">
                <a16:creationId xmlns:a16="http://schemas.microsoft.com/office/drawing/2014/main" id="{12E9B568-07E7-44FF-9DD3-9C7AD2340A31}"/>
              </a:ext>
            </a:extLst>
          </p:cNvPr>
          <p:cNvSpPr>
            <a:spLocks xmlns:a="http://schemas.openxmlformats.org/drawingml/2006/main" noGrp="1"/>
          </p:cNvSpPr>
          <p:nvPr/>
        </p:nvSpPr>
        <p:spPr>
          <a:xfrm xmlns:a="http://schemas.openxmlformats.org/drawingml/2006/main">
            <a:off x="647700" y="6191250"/>
            <a:ext cx="10877550" cy="0"/>
          </a:xfrm>
          <a:prstGeom xmlns:a="http://schemas.openxmlformats.org/drawingml/2006/main" prst="line">
            <a:avLst/>
          </a:prstGeom>
          <a:ln xmlns:a="http://schemas.openxmlformats.org/drawingml/2006/main" w="9525">
            <a:solidFill>
              <a:srgbClr val="E7E1D7"/>
            </a:solidFill>
            <a:prstDash val="solid"/>
          </a:ln>
        </p:spPr>
      </p:sp>
      <p:sp>
        <p:nvSpPr>
          <p:cNvPr id="4" name="">
            <a:extLst xmlns:a="http://schemas.openxmlformats.org/drawingml/2006/main">
              <a:ext uri="{FF2B5EF4-FFF2-40B4-BE49-F238E27FC236}">
                <a16:creationId xmlns:a16="http://schemas.microsoft.com/office/drawing/2014/main" id="{5693D60C-6C86-49C5-A8D7-80B5E9BEA371}"/>
              </a:ext>
            </a:extLst>
          </p:cNvPr>
          <p:cNvSpPr>
            <a:spLocks xmlns:a="http://schemas.openxmlformats.org/drawingml/2006/main" noGrp="1"/>
          </p:cNvSpPr>
          <p:nvPr/>
        </p:nvSpPr>
        <p:spPr>
          <a:xfrm xmlns:a="http://schemas.openxmlformats.org/drawingml/2006/main">
            <a:off x="647700" y="6296025"/>
            <a:ext cx="276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D6872"/>
                </a:solidFill>
                <a:latin typeface="Arial"/>
                <a:ea typeface="Arial"/>
                <a:cs typeface="Arial"/>
              </a:defRPr>
            </a:defPPr>
            <a:lvl1pPr algn="l">
              <a:defRPr sz="1125" b="0">
                <a:solidFill>
                  <a:srgbClr val="5D6872"/>
                </a:solidFill>
                <a:latin typeface="Arial"/>
                <a:ea typeface="Arial"/>
                <a:cs typeface="Arial"/>
              </a:defRPr>
            </a:lvl1pPr>
            <a:lvl2pPr algn="l">
              <a:defRPr sz="1125" b="0">
                <a:solidFill>
                  <a:srgbClr val="5D6872"/>
                </a:solidFill>
                <a:latin typeface="Arial"/>
                <a:ea typeface="Arial"/>
                <a:cs typeface="Arial"/>
              </a:defRPr>
            </a:lvl2pPr>
            <a:lvl3pPr algn="l">
              <a:defRPr sz="1125" b="0">
                <a:solidFill>
                  <a:srgbClr val="5D6872"/>
                </a:solidFill>
                <a:latin typeface="Arial"/>
                <a:ea typeface="Arial"/>
                <a:cs typeface="Arial"/>
              </a:defRPr>
            </a:lvl3pPr>
            <a:lvl4pPr algn="l">
              <a:defRPr sz="1125" b="0">
                <a:solidFill>
                  <a:srgbClr val="5D6872"/>
                </a:solidFill>
                <a:latin typeface="Arial"/>
                <a:ea typeface="Arial"/>
                <a:cs typeface="Arial"/>
              </a:defRPr>
            </a:lvl4pPr>
            <a:lvl5pPr algn="l">
              <a:defRPr sz="1125" b="0">
                <a:solidFill>
                  <a:srgbClr val="5D6872"/>
                </a:solidFill>
                <a:latin typeface="Arial"/>
                <a:ea typeface="Arial"/>
                <a:cs typeface="Arial"/>
              </a:defRPr>
            </a:lvl5pPr>
            <a:lvl6pPr algn="l">
              <a:defRPr sz="1125" b="0">
                <a:solidFill>
                  <a:srgbClr val="5D6872"/>
                </a:solidFill>
                <a:latin typeface="Arial"/>
                <a:ea typeface="Arial"/>
                <a:cs typeface="Arial"/>
              </a:defRPr>
            </a:lvl6pPr>
            <a:lvl7pPr algn="l">
              <a:defRPr sz="1125" b="0">
                <a:solidFill>
                  <a:srgbClr val="5D6872"/>
                </a:solidFill>
                <a:latin typeface="Arial"/>
                <a:ea typeface="Arial"/>
                <a:cs typeface="Arial"/>
              </a:defRPr>
            </a:lvl7pPr>
            <a:lvl8pPr algn="l">
              <a:defRPr sz="1125" b="0">
                <a:solidFill>
                  <a:srgbClr val="5D6872"/>
                </a:solidFill>
                <a:latin typeface="Arial"/>
                <a:ea typeface="Arial"/>
                <a:cs typeface="Arial"/>
              </a:defRPr>
            </a:lvl8pPr>
            <a:lvl9pPr algn="l">
              <a:defRPr sz="1125" b="0">
                <a:solidFill>
                  <a:srgbClr val="5D6872"/>
                </a:solidFill>
                <a:latin typeface="Arial"/>
                <a:ea typeface="Arial"/>
                <a:cs typeface="Arial"/>
              </a:defRPr>
            </a:lvl9pPr>
          </a:lstStyle>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OrgArchive</a:t>
            </a:r>
          </a:p>
        </p:txBody>
      </p:sp>
      <p:sp>
        <p:nvSpPr>
          <p:cNvPr id="5" name="">
            <a:extLst xmlns:a="http://schemas.openxmlformats.org/drawingml/2006/main">
              <a:ext uri="{FF2B5EF4-FFF2-40B4-BE49-F238E27FC236}">
                <a16:creationId xmlns:a16="http://schemas.microsoft.com/office/drawing/2014/main" id="{ECAD41B8-FD1D-4633-8494-C2DA306428CB}"/>
              </a:ext>
            </a:extLst>
          </p:cNvPr>
          <p:cNvSpPr>
            <a:spLocks xmlns:a="http://schemas.openxmlformats.org/drawingml/2006/main" noGrp="1"/>
          </p:cNvSpPr>
          <p:nvPr/>
        </p:nvSpPr>
        <p:spPr>
          <a:xfrm xmlns:a="http://schemas.openxmlformats.org/drawingml/2006/main">
            <a:off x="11049000" y="629602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5D6872"/>
                </a:solidFill>
                <a:latin typeface="Arial"/>
                <a:ea typeface="Arial"/>
                <a:cs typeface="Arial"/>
              </a:defRPr>
            </a:defPPr>
            <a:lvl1pPr algn="r">
              <a:defRPr sz="1125" b="0">
                <a:solidFill>
                  <a:srgbClr val="5D6872"/>
                </a:solidFill>
                <a:latin typeface="Arial"/>
                <a:ea typeface="Arial"/>
                <a:cs typeface="Arial"/>
              </a:defRPr>
            </a:lvl1pPr>
            <a:lvl2pPr algn="r">
              <a:defRPr sz="1125" b="0">
                <a:solidFill>
                  <a:srgbClr val="5D6872"/>
                </a:solidFill>
                <a:latin typeface="Arial"/>
                <a:ea typeface="Arial"/>
                <a:cs typeface="Arial"/>
              </a:defRPr>
            </a:lvl2pPr>
            <a:lvl3pPr algn="r">
              <a:defRPr sz="1125" b="0">
                <a:solidFill>
                  <a:srgbClr val="5D6872"/>
                </a:solidFill>
                <a:latin typeface="Arial"/>
                <a:ea typeface="Arial"/>
                <a:cs typeface="Arial"/>
              </a:defRPr>
            </a:lvl3pPr>
            <a:lvl4pPr algn="r">
              <a:defRPr sz="1125" b="0">
                <a:solidFill>
                  <a:srgbClr val="5D6872"/>
                </a:solidFill>
                <a:latin typeface="Arial"/>
                <a:ea typeface="Arial"/>
                <a:cs typeface="Arial"/>
              </a:defRPr>
            </a:lvl4pPr>
            <a:lvl5pPr algn="r">
              <a:defRPr sz="1125" b="0">
                <a:solidFill>
                  <a:srgbClr val="5D6872"/>
                </a:solidFill>
                <a:latin typeface="Arial"/>
                <a:ea typeface="Arial"/>
                <a:cs typeface="Arial"/>
              </a:defRPr>
            </a:lvl5pPr>
            <a:lvl6pPr algn="r">
              <a:defRPr sz="1125" b="0">
                <a:solidFill>
                  <a:srgbClr val="5D6872"/>
                </a:solidFill>
                <a:latin typeface="Arial"/>
                <a:ea typeface="Arial"/>
                <a:cs typeface="Arial"/>
              </a:defRPr>
            </a:lvl6pPr>
            <a:lvl7pPr algn="r">
              <a:defRPr sz="1125" b="0">
                <a:solidFill>
                  <a:srgbClr val="5D6872"/>
                </a:solidFill>
                <a:latin typeface="Arial"/>
                <a:ea typeface="Arial"/>
                <a:cs typeface="Arial"/>
              </a:defRPr>
            </a:lvl7pPr>
            <a:lvl8pPr algn="r">
              <a:defRPr sz="1125" b="0">
                <a:solidFill>
                  <a:srgbClr val="5D6872"/>
                </a:solidFill>
                <a:latin typeface="Arial"/>
                <a:ea typeface="Arial"/>
                <a:cs typeface="Arial"/>
              </a:defRPr>
            </a:lvl8pPr>
            <a:lvl9pPr algn="r">
              <a:defRPr sz="1125" b="0">
                <a:solidFill>
                  <a:srgbClr val="5D6872"/>
                </a:solidFill>
                <a:latin typeface="Arial"/>
                <a:ea typeface="Arial"/>
                <a:cs typeface="Arial"/>
              </a:defRPr>
            </a:lvl9pPr>
          </a:lstStyle>
          <a:p xmlns:a="http://schemas.openxmlformats.org/drawingml/2006/main">
            <a:pPr algn="r">
              <a:defRPr sz="1125" b="0">
                <a:solidFill>
                  <a:srgbClr val="5D6872"/>
                </a:solidFill>
                <a:latin typeface="Arial"/>
                <a:ea typeface="Arial"/>
                <a:cs typeface="Arial"/>
              </a:defRPr>
            </a:pPr>
            <a:r>
              <a:rPr sz="1125" b="0">
                <a:solidFill>
                  <a:srgbClr val="5D6872"/>
                </a:solidFill>
                <a:latin typeface="Arial"/>
                <a:ea typeface="Arial"/>
                <a:cs typeface="Arial"/>
              </a:rPr>
              <a:t>02</a:t>
            </a:r>
          </a:p>
        </p:txBody>
      </p:sp>
      <p:sp>
        <p:nvSpPr>
          <p:cNvPr id="6" name="Postman&#10;Client">
            <a:extLst xmlns:a="http://schemas.openxmlformats.org/drawingml/2006/main">
              <a:ext uri="{FF2B5EF4-FFF2-40B4-BE49-F238E27FC236}">
                <a16:creationId xmlns:a16="http://schemas.microsoft.com/office/drawing/2014/main" id="{86CCF30B-C774-47B6-AAA2-4037945C0CB4}"/>
              </a:ext>
            </a:extLst>
          </p:cNvPr>
          <p:cNvSpPr>
            <a:spLocks xmlns:a="http://schemas.openxmlformats.org/drawingml/2006/main" noGrp="1"/>
          </p:cNvSpPr>
          <p:nvPr/>
        </p:nvSpPr>
        <p:spPr>
          <a:xfrm xmlns:a="http://schemas.openxmlformats.org/drawingml/2006/main">
            <a:off x="685800" y="2514600"/>
            <a:ext cx="1714500" cy="1162050"/>
          </a:xfrm>
          <a:prstGeom xmlns:a="http://schemas.openxmlformats.org/drawingml/2006/main" prst="rect">
            <a:avLst/>
          </a:prstGeom>
          <a:solidFill xmlns:a="http://schemas.openxmlformats.org/drawingml/2006/main">
            <a:srgbClr val="F7F5F0"/>
          </a:solidFill>
          <a:ln xmlns:a="http://schemas.openxmlformats.org/drawingml/2006/main" w="14288">
            <a:solidFill>
              <a:srgbClr val="5D6872"/>
            </a:solidFill>
            <a:prstDash val="solid"/>
          </a:ln>
        </p:spPr>
      </p:sp>
      <p:sp>
        <p:nvSpPr>
          <p:cNvPr id="7" name="">
            <a:extLst xmlns:a="http://schemas.openxmlformats.org/drawingml/2006/main">
              <a:ext uri="{FF2B5EF4-FFF2-40B4-BE49-F238E27FC236}">
                <a16:creationId xmlns:a16="http://schemas.microsoft.com/office/drawing/2014/main" id="{3EB24BF3-8ABE-4488-85AE-6CFDA978CBB7}"/>
              </a:ext>
            </a:extLst>
          </p:cNvPr>
          <p:cNvSpPr>
            <a:spLocks xmlns:a="http://schemas.openxmlformats.org/drawingml/2006/main" noGrp="1"/>
          </p:cNvSpPr>
          <p:nvPr/>
        </p:nvSpPr>
        <p:spPr>
          <a:xfrm xmlns:a="http://schemas.openxmlformats.org/drawingml/2006/main">
            <a:off x="819150" y="2571750"/>
            <a:ext cx="1447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202935"/>
                </a:solidFill>
                <a:latin typeface="Arial"/>
                <a:ea typeface="Arial"/>
                <a:cs typeface="Arial"/>
              </a:defRPr>
            </a:defPPr>
            <a:lvl1pPr algn="ctr">
              <a:defRPr sz="1875" b="1">
                <a:solidFill>
                  <a:srgbClr val="202935"/>
                </a:solidFill>
                <a:latin typeface="Arial"/>
                <a:ea typeface="Arial"/>
                <a:cs typeface="Arial"/>
              </a:defRPr>
            </a:lvl1pPr>
            <a:lvl2pPr algn="ctr">
              <a:defRPr sz="1875" b="1">
                <a:solidFill>
                  <a:srgbClr val="202935"/>
                </a:solidFill>
                <a:latin typeface="Arial"/>
                <a:ea typeface="Arial"/>
                <a:cs typeface="Arial"/>
              </a:defRPr>
            </a:lvl2pPr>
            <a:lvl3pPr algn="ctr">
              <a:defRPr sz="1875" b="1">
                <a:solidFill>
                  <a:srgbClr val="202935"/>
                </a:solidFill>
                <a:latin typeface="Arial"/>
                <a:ea typeface="Arial"/>
                <a:cs typeface="Arial"/>
              </a:defRPr>
            </a:lvl3pPr>
            <a:lvl4pPr algn="ctr">
              <a:defRPr sz="1875" b="1">
                <a:solidFill>
                  <a:srgbClr val="202935"/>
                </a:solidFill>
                <a:latin typeface="Arial"/>
                <a:ea typeface="Arial"/>
                <a:cs typeface="Arial"/>
              </a:defRPr>
            </a:lvl4pPr>
            <a:lvl5pPr algn="ctr">
              <a:defRPr sz="1875" b="1">
                <a:solidFill>
                  <a:srgbClr val="202935"/>
                </a:solidFill>
                <a:latin typeface="Arial"/>
                <a:ea typeface="Arial"/>
                <a:cs typeface="Arial"/>
              </a:defRPr>
            </a:lvl5pPr>
            <a:lvl6pPr algn="ctr">
              <a:defRPr sz="1875" b="1">
                <a:solidFill>
                  <a:srgbClr val="202935"/>
                </a:solidFill>
                <a:latin typeface="Arial"/>
                <a:ea typeface="Arial"/>
                <a:cs typeface="Arial"/>
              </a:defRPr>
            </a:lvl6pPr>
            <a:lvl7pPr algn="ctr">
              <a:defRPr sz="1875" b="1">
                <a:solidFill>
                  <a:srgbClr val="202935"/>
                </a:solidFill>
                <a:latin typeface="Arial"/>
                <a:ea typeface="Arial"/>
                <a:cs typeface="Arial"/>
              </a:defRPr>
            </a:lvl7pPr>
            <a:lvl8pPr algn="ctr">
              <a:defRPr sz="1875" b="1">
                <a:solidFill>
                  <a:srgbClr val="202935"/>
                </a:solidFill>
                <a:latin typeface="Arial"/>
                <a:ea typeface="Arial"/>
                <a:cs typeface="Arial"/>
              </a:defRPr>
            </a:lvl8pPr>
            <a:lvl9pPr algn="ctr">
              <a:defRPr sz="1875" b="1">
                <a:solidFill>
                  <a:srgbClr val="202935"/>
                </a:solidFill>
                <a:latin typeface="Arial"/>
                <a:ea typeface="Arial"/>
                <a:cs typeface="Arial"/>
              </a:defRPr>
            </a:lvl9pPr>
          </a:lstStyle>
          <a:p xmlns:a="http://schemas.openxmlformats.org/drawingml/2006/main">
            <a:pPr algn="ctr">
              <a:defRPr sz="1875" b="1">
                <a:solidFill>
                  <a:srgbClr val="202935"/>
                </a:solidFill>
                <a:latin typeface="Arial"/>
                <a:ea typeface="Arial"/>
                <a:cs typeface="Arial"/>
              </a:defRPr>
            </a:pPr>
            <a:r>
              <a:rPr sz="1875" b="1">
                <a:solidFill>
                  <a:srgbClr val="202935"/>
                </a:solidFill>
                <a:latin typeface="Arial"/>
                <a:ea typeface="Arial"/>
                <a:cs typeface="Arial"/>
              </a:rPr>
              <a:t>Postman</a:t>
            </a:r>
          </a:p>
          <a:p xmlns:a="http://schemas.openxmlformats.org/drawingml/2006/main">
            <a:pPr algn="ctr">
              <a:defRPr sz="1875" b="1">
                <a:solidFill>
                  <a:srgbClr val="202935"/>
                </a:solidFill>
                <a:latin typeface="Arial"/>
                <a:ea typeface="Arial"/>
                <a:cs typeface="Arial"/>
              </a:defRPr>
            </a:pPr>
            <a:r>
              <a:rPr sz="1875" b="1">
                <a:solidFill>
                  <a:srgbClr val="202935"/>
                </a:solidFill>
                <a:latin typeface="Arial"/>
                <a:ea typeface="Arial"/>
                <a:cs typeface="Arial"/>
              </a:rPr>
              <a:t>Client</a:t>
            </a:r>
          </a:p>
        </p:txBody>
      </p:sp>
      <p:sp>
        <p:nvSpPr>
          <p:cNvPr id="8" name="Archive Service">
            <a:extLst xmlns:a="http://schemas.openxmlformats.org/drawingml/2006/main">
              <a:ext uri="{FF2B5EF4-FFF2-40B4-BE49-F238E27FC236}">
                <a16:creationId xmlns:a16="http://schemas.microsoft.com/office/drawing/2014/main" id="{997D98CC-3A7E-4E51-9F83-229560A9ED24}"/>
              </a:ext>
            </a:extLst>
          </p:cNvPr>
          <p:cNvSpPr>
            <a:spLocks xmlns:a="http://schemas.openxmlformats.org/drawingml/2006/main" noGrp="1"/>
          </p:cNvSpPr>
          <p:nvPr/>
        </p:nvSpPr>
        <p:spPr>
          <a:xfrm xmlns:a="http://schemas.openxmlformats.org/drawingml/2006/main">
            <a:off x="3162300" y="1438275"/>
            <a:ext cx="5257800" cy="4114800"/>
          </a:xfrm>
          <a:prstGeom xmlns:a="http://schemas.openxmlformats.org/drawingml/2006/main" prst="rect">
            <a:avLst/>
          </a:prstGeom>
          <a:noFill xmlns:a="http://schemas.openxmlformats.org/drawingml/2006/main"/>
          <a:ln xmlns:a="http://schemas.openxmlformats.org/drawingml/2006/main" w="19050">
            <a:solidFill>
              <a:srgbClr val="5D6872"/>
            </a:solidFill>
            <a:prstDash val="solid"/>
          </a:ln>
        </p:spPr>
      </p:sp>
      <p:sp>
        <p:nvSpPr>
          <p:cNvPr id="9" name="">
            <a:extLst xmlns:a="http://schemas.openxmlformats.org/drawingml/2006/main">
              <a:ext uri="{FF2B5EF4-FFF2-40B4-BE49-F238E27FC236}">
                <a16:creationId xmlns:a16="http://schemas.microsoft.com/office/drawing/2014/main" id="{8DD6593A-9E4F-4434-9AE9-D91ED5CC1DF2}"/>
              </a:ext>
            </a:extLst>
          </p:cNvPr>
          <p:cNvSpPr>
            <a:spLocks xmlns:a="http://schemas.openxmlformats.org/drawingml/2006/main" noGrp="1"/>
          </p:cNvSpPr>
          <p:nvPr/>
        </p:nvSpPr>
        <p:spPr>
          <a:xfrm xmlns:a="http://schemas.openxmlformats.org/drawingml/2006/main">
            <a:off x="3448050" y="1619250"/>
            <a:ext cx="461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Archive Service</a:t>
            </a:r>
          </a:p>
        </p:txBody>
      </p:sp>
      <p:sp>
        <p:nvSpPr>
          <p:cNvPr id="10" name="">
            <a:extLst xmlns:a="http://schemas.openxmlformats.org/drawingml/2006/main">
              <a:ext uri="{FF2B5EF4-FFF2-40B4-BE49-F238E27FC236}">
                <a16:creationId xmlns:a16="http://schemas.microsoft.com/office/drawing/2014/main" id="{F322FD3E-B0EC-4ABA-876B-0978741B3E30}"/>
              </a:ext>
            </a:extLst>
          </p:cNvPr>
          <p:cNvSpPr>
            <a:spLocks xmlns:a="http://schemas.openxmlformats.org/drawingml/2006/main" noGrp="1"/>
          </p:cNvSpPr>
          <p:nvPr/>
        </p:nvSpPr>
        <p:spPr>
          <a:xfrm xmlns:a="http://schemas.openxmlformats.org/drawingml/2006/main">
            <a:off x="3448050" y="2057400"/>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localhost:8080</a:t>
            </a:r>
          </a:p>
        </p:txBody>
      </p:sp>
      <p:sp>
        <p:nvSpPr>
          <p:cNvPr id="11" name="">
            <a:extLst xmlns:a="http://schemas.openxmlformats.org/drawingml/2006/main">
              <a:ext uri="{FF2B5EF4-FFF2-40B4-BE49-F238E27FC236}">
                <a16:creationId xmlns:a16="http://schemas.microsoft.com/office/drawing/2014/main" id="{98D54F45-F6FF-41AB-A7A7-C6B5D236B6CB}"/>
              </a:ext>
            </a:extLst>
          </p:cNvPr>
          <p:cNvSpPr>
            <a:spLocks xmlns:a="http://schemas.openxmlformats.org/drawingml/2006/main" noGrp="1"/>
          </p:cNvSpPr>
          <p:nvPr/>
        </p:nvSpPr>
        <p:spPr>
          <a:xfrm xmlns:a="http://schemas.openxmlformats.org/drawingml/2006/main">
            <a:off x="3409950" y="2486025"/>
            <a:ext cx="4733925" cy="0"/>
          </a:xfrm>
          <a:prstGeom xmlns:a="http://schemas.openxmlformats.org/drawingml/2006/main" prst="line">
            <a:avLst/>
          </a:prstGeom>
          <a:ln xmlns:a="http://schemas.openxmlformats.org/drawingml/2006/main" w="14288">
            <a:solidFill>
              <a:srgbClr val="E7E1D7"/>
            </a:solidFill>
            <a:prstDash val="solid"/>
          </a:ln>
        </p:spPr>
      </p:sp>
      <p:sp>
        <p:nvSpPr>
          <p:cNvPr id="12" name="">
            <a:extLst xmlns:a="http://schemas.openxmlformats.org/drawingml/2006/main">
              <a:ext uri="{FF2B5EF4-FFF2-40B4-BE49-F238E27FC236}">
                <a16:creationId xmlns:a16="http://schemas.microsoft.com/office/drawing/2014/main" id="{7202726F-3D95-4D3F-A42D-93F3E95FF280}"/>
              </a:ext>
            </a:extLst>
          </p:cNvPr>
          <p:cNvSpPr>
            <a:spLocks xmlns:a="http://schemas.openxmlformats.org/drawingml/2006/main" noGrp="1"/>
          </p:cNvSpPr>
          <p:nvPr/>
        </p:nvSpPr>
        <p:spPr>
          <a:xfrm xmlns:a="http://schemas.openxmlformats.org/drawingml/2006/main">
            <a:off x="3486150" y="2676525"/>
            <a:ext cx="3381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02935"/>
                </a:solidFill>
                <a:latin typeface="Arial"/>
                <a:ea typeface="Arial"/>
                <a:cs typeface="Arial"/>
              </a:defRPr>
            </a:defPPr>
            <a:lvl1pPr algn="l">
              <a:defRPr sz="1725" b="0">
                <a:solidFill>
                  <a:srgbClr val="202935"/>
                </a:solidFill>
                <a:latin typeface="Arial"/>
                <a:ea typeface="Arial"/>
                <a:cs typeface="Arial"/>
              </a:defRPr>
            </a:lvl1pPr>
            <a:lvl2pPr algn="l">
              <a:defRPr sz="1725" b="0">
                <a:solidFill>
                  <a:srgbClr val="202935"/>
                </a:solidFill>
                <a:latin typeface="Arial"/>
                <a:ea typeface="Arial"/>
                <a:cs typeface="Arial"/>
              </a:defRPr>
            </a:lvl2pPr>
            <a:lvl3pPr algn="l">
              <a:defRPr sz="1725" b="0">
                <a:solidFill>
                  <a:srgbClr val="202935"/>
                </a:solidFill>
                <a:latin typeface="Arial"/>
                <a:ea typeface="Arial"/>
                <a:cs typeface="Arial"/>
              </a:defRPr>
            </a:lvl3pPr>
            <a:lvl4pPr algn="l">
              <a:defRPr sz="1725" b="0">
                <a:solidFill>
                  <a:srgbClr val="202935"/>
                </a:solidFill>
                <a:latin typeface="Arial"/>
                <a:ea typeface="Arial"/>
                <a:cs typeface="Arial"/>
              </a:defRPr>
            </a:lvl4pPr>
            <a:lvl5pPr algn="l">
              <a:defRPr sz="1725" b="0">
                <a:solidFill>
                  <a:srgbClr val="202935"/>
                </a:solidFill>
                <a:latin typeface="Arial"/>
                <a:ea typeface="Arial"/>
                <a:cs typeface="Arial"/>
              </a:defRPr>
            </a:lvl5pPr>
            <a:lvl6pPr algn="l">
              <a:defRPr sz="1725" b="0">
                <a:solidFill>
                  <a:srgbClr val="202935"/>
                </a:solidFill>
                <a:latin typeface="Arial"/>
                <a:ea typeface="Arial"/>
                <a:cs typeface="Arial"/>
              </a:defRPr>
            </a:lvl6pPr>
            <a:lvl7pPr algn="l">
              <a:defRPr sz="1725" b="0">
                <a:solidFill>
                  <a:srgbClr val="202935"/>
                </a:solidFill>
                <a:latin typeface="Arial"/>
                <a:ea typeface="Arial"/>
                <a:cs typeface="Arial"/>
              </a:defRPr>
            </a:lvl7pPr>
            <a:lvl8pPr algn="l">
              <a:defRPr sz="1725" b="0">
                <a:solidFill>
                  <a:srgbClr val="202935"/>
                </a:solidFill>
                <a:latin typeface="Arial"/>
                <a:ea typeface="Arial"/>
                <a:cs typeface="Arial"/>
              </a:defRPr>
            </a:lvl8pPr>
            <a:lvl9pPr algn="l">
              <a:defRPr sz="1725" b="0">
                <a:solidFill>
                  <a:srgbClr val="202935"/>
                </a:solidFill>
                <a:latin typeface="Arial"/>
                <a:ea typeface="Arial"/>
                <a:cs typeface="Arial"/>
              </a:defRPr>
            </a:lvl9pPr>
          </a:lstStyle>
          <a:p xmlns:a="http://schemas.openxmlformats.org/drawingml/2006/main">
            <a:pPr algn="l">
              <a:defRPr sz="1725" b="0">
                <a:solidFill>
                  <a:srgbClr val="202935"/>
                </a:solidFill>
                <a:latin typeface="Arial"/>
                <a:ea typeface="Arial"/>
                <a:cs typeface="Arial"/>
              </a:defRPr>
            </a:pPr>
            <a:r>
              <a:rPr sz="1725" b="0">
                <a:solidFill>
                  <a:srgbClr val="202935"/>
                </a:solidFill>
                <a:latin typeface="Arial"/>
                <a:ea typeface="Arial"/>
                <a:cs typeface="Arial"/>
              </a:rPr>
              <a:t>/v3/api-docs</a:t>
            </a:r>
          </a:p>
        </p:txBody>
      </p:sp>
      <p:sp>
        <p:nvSpPr>
          <p:cNvPr id="13" name="">
            <a:extLst xmlns:a="http://schemas.openxmlformats.org/drawingml/2006/main">
              <a:ext uri="{FF2B5EF4-FFF2-40B4-BE49-F238E27FC236}">
                <a16:creationId xmlns:a16="http://schemas.microsoft.com/office/drawing/2014/main" id="{65710C79-7191-40A0-9633-B48F2054CE5A}"/>
              </a:ext>
            </a:extLst>
          </p:cNvPr>
          <p:cNvSpPr>
            <a:spLocks xmlns:a="http://schemas.openxmlformats.org/drawingml/2006/main" noGrp="1"/>
          </p:cNvSpPr>
          <p:nvPr/>
        </p:nvSpPr>
        <p:spPr>
          <a:xfrm xmlns:a="http://schemas.openxmlformats.org/drawingml/2006/main">
            <a:off x="6962775" y="2676525"/>
            <a:ext cx="1066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425" b="1">
                <a:solidFill>
                  <a:srgbClr val="32765C"/>
                </a:solidFill>
                <a:latin typeface="Arial"/>
                <a:ea typeface="Arial"/>
                <a:cs typeface="Arial"/>
              </a:defRPr>
            </a:defPPr>
            <a:lvl1pPr algn="r">
              <a:defRPr sz="1425" b="1">
                <a:solidFill>
                  <a:srgbClr val="32765C"/>
                </a:solidFill>
                <a:latin typeface="Arial"/>
                <a:ea typeface="Arial"/>
                <a:cs typeface="Arial"/>
              </a:defRPr>
            </a:lvl1pPr>
            <a:lvl2pPr algn="r">
              <a:defRPr sz="1425" b="1">
                <a:solidFill>
                  <a:srgbClr val="32765C"/>
                </a:solidFill>
                <a:latin typeface="Arial"/>
                <a:ea typeface="Arial"/>
                <a:cs typeface="Arial"/>
              </a:defRPr>
            </a:lvl2pPr>
            <a:lvl3pPr algn="r">
              <a:defRPr sz="1425" b="1">
                <a:solidFill>
                  <a:srgbClr val="32765C"/>
                </a:solidFill>
                <a:latin typeface="Arial"/>
                <a:ea typeface="Arial"/>
                <a:cs typeface="Arial"/>
              </a:defRPr>
            </a:lvl3pPr>
            <a:lvl4pPr algn="r">
              <a:defRPr sz="1425" b="1">
                <a:solidFill>
                  <a:srgbClr val="32765C"/>
                </a:solidFill>
                <a:latin typeface="Arial"/>
                <a:ea typeface="Arial"/>
                <a:cs typeface="Arial"/>
              </a:defRPr>
            </a:lvl4pPr>
            <a:lvl5pPr algn="r">
              <a:defRPr sz="1425" b="1">
                <a:solidFill>
                  <a:srgbClr val="32765C"/>
                </a:solidFill>
                <a:latin typeface="Arial"/>
                <a:ea typeface="Arial"/>
                <a:cs typeface="Arial"/>
              </a:defRPr>
            </a:lvl5pPr>
            <a:lvl6pPr algn="r">
              <a:defRPr sz="1425" b="1">
                <a:solidFill>
                  <a:srgbClr val="32765C"/>
                </a:solidFill>
                <a:latin typeface="Arial"/>
                <a:ea typeface="Arial"/>
                <a:cs typeface="Arial"/>
              </a:defRPr>
            </a:lvl6pPr>
            <a:lvl7pPr algn="r">
              <a:defRPr sz="1425" b="1">
                <a:solidFill>
                  <a:srgbClr val="32765C"/>
                </a:solidFill>
                <a:latin typeface="Arial"/>
                <a:ea typeface="Arial"/>
                <a:cs typeface="Arial"/>
              </a:defRPr>
            </a:lvl7pPr>
            <a:lvl8pPr algn="r">
              <a:defRPr sz="1425" b="1">
                <a:solidFill>
                  <a:srgbClr val="32765C"/>
                </a:solidFill>
                <a:latin typeface="Arial"/>
                <a:ea typeface="Arial"/>
                <a:cs typeface="Arial"/>
              </a:defRPr>
            </a:lvl8pPr>
            <a:lvl9pPr algn="r">
              <a:defRPr sz="1425" b="1">
                <a:solidFill>
                  <a:srgbClr val="32765C"/>
                </a:solidFill>
                <a:latin typeface="Arial"/>
                <a:ea typeface="Arial"/>
                <a:cs typeface="Arial"/>
              </a:defRPr>
            </a:lvl9pPr>
          </a:lstStyle>
          <a:p xmlns:a="http://schemas.openxmlformats.org/drawingml/2006/main">
            <a:pPr algn="r">
              <a:defRPr sz="1425" b="1">
                <a:solidFill>
                  <a:srgbClr val="32765C"/>
                </a:solidFill>
                <a:latin typeface="Arial"/>
                <a:ea typeface="Arial"/>
                <a:cs typeface="Arial"/>
              </a:defRPr>
            </a:pPr>
            <a:r>
              <a:rPr sz="1425" b="1">
                <a:solidFill>
                  <a:srgbClr val="32765C"/>
                </a:solidFill>
                <a:latin typeface="Arial"/>
                <a:ea typeface="Arial"/>
                <a:cs typeface="Arial"/>
              </a:rPr>
              <a:t>public</a:t>
            </a:r>
          </a:p>
        </p:txBody>
      </p:sp>
      <p:sp>
        <p:nvSpPr>
          <p:cNvPr id="14" name="">
            <a:extLst xmlns:a="http://schemas.openxmlformats.org/drawingml/2006/main">
              <a:ext uri="{FF2B5EF4-FFF2-40B4-BE49-F238E27FC236}">
                <a16:creationId xmlns:a16="http://schemas.microsoft.com/office/drawing/2014/main" id="{5B49A264-343C-4FF4-88F0-4F377633347C}"/>
              </a:ext>
            </a:extLst>
          </p:cNvPr>
          <p:cNvSpPr>
            <a:spLocks xmlns:a="http://schemas.openxmlformats.org/drawingml/2006/main" noGrp="1"/>
          </p:cNvSpPr>
          <p:nvPr/>
        </p:nvSpPr>
        <p:spPr>
          <a:xfrm xmlns:a="http://schemas.openxmlformats.org/drawingml/2006/main">
            <a:off x="3486150" y="3162300"/>
            <a:ext cx="4591050" cy="0"/>
          </a:xfrm>
          <a:prstGeom xmlns:a="http://schemas.openxmlformats.org/drawingml/2006/main" prst="line">
            <a:avLst/>
          </a:prstGeom>
          <a:ln xmlns:a="http://schemas.openxmlformats.org/drawingml/2006/main" w="9525">
            <a:solidFill>
              <a:srgbClr val="E7E1D7"/>
            </a:solidFill>
            <a:prstDash val="solid"/>
          </a:ln>
        </p:spPr>
      </p:sp>
      <p:sp>
        <p:nvSpPr>
          <p:cNvPr id="15" name="">
            <a:extLst xmlns:a="http://schemas.openxmlformats.org/drawingml/2006/main">
              <a:ext uri="{FF2B5EF4-FFF2-40B4-BE49-F238E27FC236}">
                <a16:creationId xmlns:a16="http://schemas.microsoft.com/office/drawing/2014/main" id="{94F2E2D8-860A-42A4-AD49-CE37B768F536}"/>
              </a:ext>
            </a:extLst>
          </p:cNvPr>
          <p:cNvSpPr>
            <a:spLocks xmlns:a="http://schemas.openxmlformats.org/drawingml/2006/main" noGrp="1"/>
          </p:cNvSpPr>
          <p:nvPr/>
        </p:nvSpPr>
        <p:spPr>
          <a:xfrm xmlns:a="http://schemas.openxmlformats.org/drawingml/2006/main">
            <a:off x="3486150" y="3257550"/>
            <a:ext cx="3381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02935"/>
                </a:solidFill>
                <a:latin typeface="Arial"/>
                <a:ea typeface="Arial"/>
                <a:cs typeface="Arial"/>
              </a:defRPr>
            </a:defPPr>
            <a:lvl1pPr algn="l">
              <a:defRPr sz="1725" b="0">
                <a:solidFill>
                  <a:srgbClr val="202935"/>
                </a:solidFill>
                <a:latin typeface="Arial"/>
                <a:ea typeface="Arial"/>
                <a:cs typeface="Arial"/>
              </a:defRPr>
            </a:lvl1pPr>
            <a:lvl2pPr algn="l">
              <a:defRPr sz="1725" b="0">
                <a:solidFill>
                  <a:srgbClr val="202935"/>
                </a:solidFill>
                <a:latin typeface="Arial"/>
                <a:ea typeface="Arial"/>
                <a:cs typeface="Arial"/>
              </a:defRPr>
            </a:lvl2pPr>
            <a:lvl3pPr algn="l">
              <a:defRPr sz="1725" b="0">
                <a:solidFill>
                  <a:srgbClr val="202935"/>
                </a:solidFill>
                <a:latin typeface="Arial"/>
                <a:ea typeface="Arial"/>
                <a:cs typeface="Arial"/>
              </a:defRPr>
            </a:lvl3pPr>
            <a:lvl4pPr algn="l">
              <a:defRPr sz="1725" b="0">
                <a:solidFill>
                  <a:srgbClr val="202935"/>
                </a:solidFill>
                <a:latin typeface="Arial"/>
                <a:ea typeface="Arial"/>
                <a:cs typeface="Arial"/>
              </a:defRPr>
            </a:lvl4pPr>
            <a:lvl5pPr algn="l">
              <a:defRPr sz="1725" b="0">
                <a:solidFill>
                  <a:srgbClr val="202935"/>
                </a:solidFill>
                <a:latin typeface="Arial"/>
                <a:ea typeface="Arial"/>
                <a:cs typeface="Arial"/>
              </a:defRPr>
            </a:lvl5pPr>
            <a:lvl6pPr algn="l">
              <a:defRPr sz="1725" b="0">
                <a:solidFill>
                  <a:srgbClr val="202935"/>
                </a:solidFill>
                <a:latin typeface="Arial"/>
                <a:ea typeface="Arial"/>
                <a:cs typeface="Arial"/>
              </a:defRPr>
            </a:lvl6pPr>
            <a:lvl7pPr algn="l">
              <a:defRPr sz="1725" b="0">
                <a:solidFill>
                  <a:srgbClr val="202935"/>
                </a:solidFill>
                <a:latin typeface="Arial"/>
                <a:ea typeface="Arial"/>
                <a:cs typeface="Arial"/>
              </a:defRPr>
            </a:lvl7pPr>
            <a:lvl8pPr algn="l">
              <a:defRPr sz="1725" b="0">
                <a:solidFill>
                  <a:srgbClr val="202935"/>
                </a:solidFill>
                <a:latin typeface="Arial"/>
                <a:ea typeface="Arial"/>
                <a:cs typeface="Arial"/>
              </a:defRPr>
            </a:lvl8pPr>
            <a:lvl9pPr algn="l">
              <a:defRPr sz="1725" b="0">
                <a:solidFill>
                  <a:srgbClr val="202935"/>
                </a:solidFill>
                <a:latin typeface="Arial"/>
                <a:ea typeface="Arial"/>
                <a:cs typeface="Arial"/>
              </a:defRPr>
            </a:lvl9pPr>
          </a:lstStyle>
          <a:p xmlns:a="http://schemas.openxmlformats.org/drawingml/2006/main">
            <a:pPr algn="l">
              <a:defRPr sz="1725" b="0">
                <a:solidFill>
                  <a:srgbClr val="202935"/>
                </a:solidFill>
                <a:latin typeface="Arial"/>
                <a:ea typeface="Arial"/>
                <a:cs typeface="Arial"/>
              </a:defRPr>
            </a:pPr>
            <a:r>
              <a:rPr sz="1725" b="0">
                <a:solidFill>
                  <a:srgbClr val="202935"/>
                </a:solidFill>
                <a:latin typeface="Arial"/>
                <a:ea typeface="Arial"/>
                <a:cs typeface="Arial"/>
              </a:rPr>
              <a:t>/signup</a:t>
            </a:r>
          </a:p>
        </p:txBody>
      </p:sp>
      <p:sp>
        <p:nvSpPr>
          <p:cNvPr id="16" name="">
            <a:extLst xmlns:a="http://schemas.openxmlformats.org/drawingml/2006/main">
              <a:ext uri="{FF2B5EF4-FFF2-40B4-BE49-F238E27FC236}">
                <a16:creationId xmlns:a16="http://schemas.microsoft.com/office/drawing/2014/main" id="{A865CD74-1685-4CEB-AD4A-D3A92CB31DFA}"/>
              </a:ext>
            </a:extLst>
          </p:cNvPr>
          <p:cNvSpPr>
            <a:spLocks xmlns:a="http://schemas.openxmlformats.org/drawingml/2006/main" noGrp="1"/>
          </p:cNvSpPr>
          <p:nvPr/>
        </p:nvSpPr>
        <p:spPr>
          <a:xfrm xmlns:a="http://schemas.openxmlformats.org/drawingml/2006/main">
            <a:off x="6962775" y="3257550"/>
            <a:ext cx="1066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425" b="1">
                <a:solidFill>
                  <a:srgbClr val="32765C"/>
                </a:solidFill>
                <a:latin typeface="Arial"/>
                <a:ea typeface="Arial"/>
                <a:cs typeface="Arial"/>
              </a:defRPr>
            </a:defPPr>
            <a:lvl1pPr algn="r">
              <a:defRPr sz="1425" b="1">
                <a:solidFill>
                  <a:srgbClr val="32765C"/>
                </a:solidFill>
                <a:latin typeface="Arial"/>
                <a:ea typeface="Arial"/>
                <a:cs typeface="Arial"/>
              </a:defRPr>
            </a:lvl1pPr>
            <a:lvl2pPr algn="r">
              <a:defRPr sz="1425" b="1">
                <a:solidFill>
                  <a:srgbClr val="32765C"/>
                </a:solidFill>
                <a:latin typeface="Arial"/>
                <a:ea typeface="Arial"/>
                <a:cs typeface="Arial"/>
              </a:defRPr>
            </a:lvl2pPr>
            <a:lvl3pPr algn="r">
              <a:defRPr sz="1425" b="1">
                <a:solidFill>
                  <a:srgbClr val="32765C"/>
                </a:solidFill>
                <a:latin typeface="Arial"/>
                <a:ea typeface="Arial"/>
                <a:cs typeface="Arial"/>
              </a:defRPr>
            </a:lvl3pPr>
            <a:lvl4pPr algn="r">
              <a:defRPr sz="1425" b="1">
                <a:solidFill>
                  <a:srgbClr val="32765C"/>
                </a:solidFill>
                <a:latin typeface="Arial"/>
                <a:ea typeface="Arial"/>
                <a:cs typeface="Arial"/>
              </a:defRPr>
            </a:lvl4pPr>
            <a:lvl5pPr algn="r">
              <a:defRPr sz="1425" b="1">
                <a:solidFill>
                  <a:srgbClr val="32765C"/>
                </a:solidFill>
                <a:latin typeface="Arial"/>
                <a:ea typeface="Arial"/>
                <a:cs typeface="Arial"/>
              </a:defRPr>
            </a:lvl5pPr>
            <a:lvl6pPr algn="r">
              <a:defRPr sz="1425" b="1">
                <a:solidFill>
                  <a:srgbClr val="32765C"/>
                </a:solidFill>
                <a:latin typeface="Arial"/>
                <a:ea typeface="Arial"/>
                <a:cs typeface="Arial"/>
              </a:defRPr>
            </a:lvl6pPr>
            <a:lvl7pPr algn="r">
              <a:defRPr sz="1425" b="1">
                <a:solidFill>
                  <a:srgbClr val="32765C"/>
                </a:solidFill>
                <a:latin typeface="Arial"/>
                <a:ea typeface="Arial"/>
                <a:cs typeface="Arial"/>
              </a:defRPr>
            </a:lvl7pPr>
            <a:lvl8pPr algn="r">
              <a:defRPr sz="1425" b="1">
                <a:solidFill>
                  <a:srgbClr val="32765C"/>
                </a:solidFill>
                <a:latin typeface="Arial"/>
                <a:ea typeface="Arial"/>
                <a:cs typeface="Arial"/>
              </a:defRPr>
            </a:lvl8pPr>
            <a:lvl9pPr algn="r">
              <a:defRPr sz="1425" b="1">
                <a:solidFill>
                  <a:srgbClr val="32765C"/>
                </a:solidFill>
                <a:latin typeface="Arial"/>
                <a:ea typeface="Arial"/>
                <a:cs typeface="Arial"/>
              </a:defRPr>
            </a:lvl9pPr>
          </a:lstStyle>
          <a:p xmlns:a="http://schemas.openxmlformats.org/drawingml/2006/main">
            <a:pPr algn="r">
              <a:defRPr sz="1425" b="1">
                <a:solidFill>
                  <a:srgbClr val="32765C"/>
                </a:solidFill>
                <a:latin typeface="Arial"/>
                <a:ea typeface="Arial"/>
                <a:cs typeface="Arial"/>
              </a:defRPr>
            </a:pPr>
            <a:r>
              <a:rPr sz="1425" b="1">
                <a:solidFill>
                  <a:srgbClr val="32765C"/>
                </a:solidFill>
                <a:latin typeface="Arial"/>
                <a:ea typeface="Arial"/>
                <a:cs typeface="Arial"/>
              </a:rPr>
              <a:t>public</a:t>
            </a:r>
          </a:p>
        </p:txBody>
      </p:sp>
      <p:sp>
        <p:nvSpPr>
          <p:cNvPr id="17" name="">
            <a:extLst xmlns:a="http://schemas.openxmlformats.org/drawingml/2006/main">
              <a:ext uri="{FF2B5EF4-FFF2-40B4-BE49-F238E27FC236}">
                <a16:creationId xmlns:a16="http://schemas.microsoft.com/office/drawing/2014/main" id="{7AB6EF7C-EC7C-475B-8D79-E126D4E9E39D}"/>
              </a:ext>
            </a:extLst>
          </p:cNvPr>
          <p:cNvSpPr>
            <a:spLocks xmlns:a="http://schemas.openxmlformats.org/drawingml/2006/main" noGrp="1"/>
          </p:cNvSpPr>
          <p:nvPr/>
        </p:nvSpPr>
        <p:spPr>
          <a:xfrm xmlns:a="http://schemas.openxmlformats.org/drawingml/2006/main">
            <a:off x="3486150" y="3743325"/>
            <a:ext cx="4591050" cy="0"/>
          </a:xfrm>
          <a:prstGeom xmlns:a="http://schemas.openxmlformats.org/drawingml/2006/main" prst="line">
            <a:avLst/>
          </a:prstGeom>
          <a:ln xmlns:a="http://schemas.openxmlformats.org/drawingml/2006/main" w="9525">
            <a:solidFill>
              <a:srgbClr val="E7E1D7"/>
            </a:solidFill>
            <a:prstDash val="solid"/>
          </a:ln>
        </p:spPr>
      </p:sp>
      <p:sp>
        <p:nvSpPr>
          <p:cNvPr id="18" name="">
            <a:extLst xmlns:a="http://schemas.openxmlformats.org/drawingml/2006/main">
              <a:ext uri="{FF2B5EF4-FFF2-40B4-BE49-F238E27FC236}">
                <a16:creationId xmlns:a16="http://schemas.microsoft.com/office/drawing/2014/main" id="{DB1FC643-1FF9-4966-A00A-DB1B7F191E63}"/>
              </a:ext>
            </a:extLst>
          </p:cNvPr>
          <p:cNvSpPr>
            <a:spLocks xmlns:a="http://schemas.openxmlformats.org/drawingml/2006/main" noGrp="1"/>
          </p:cNvSpPr>
          <p:nvPr/>
        </p:nvSpPr>
        <p:spPr>
          <a:xfrm xmlns:a="http://schemas.openxmlformats.org/drawingml/2006/main">
            <a:off x="3486150" y="3838575"/>
            <a:ext cx="3381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/users · /organizations</a:t>
            </a:r>
          </a:p>
        </p:txBody>
      </p:sp>
      <p:sp>
        <p:nvSpPr>
          <p:cNvPr id="19" name="">
            <a:extLst xmlns:a="http://schemas.openxmlformats.org/drawingml/2006/main">
              <a:ext uri="{FF2B5EF4-FFF2-40B4-BE49-F238E27FC236}">
                <a16:creationId xmlns:a16="http://schemas.microsoft.com/office/drawing/2014/main" id="{73CC3396-4B6B-4273-AB9D-A6CB90A14D6D}"/>
              </a:ext>
            </a:extLst>
          </p:cNvPr>
          <p:cNvSpPr>
            <a:spLocks xmlns:a="http://schemas.openxmlformats.org/drawingml/2006/main" noGrp="1"/>
          </p:cNvSpPr>
          <p:nvPr/>
        </p:nvSpPr>
        <p:spPr>
          <a:xfrm xmlns:a="http://schemas.openxmlformats.org/drawingml/2006/main">
            <a:off x="6962775" y="3838575"/>
            <a:ext cx="1066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425" b="1">
                <a:solidFill>
                  <a:srgbClr val="C55A2B"/>
                </a:solidFill>
                <a:latin typeface="Arial"/>
                <a:ea typeface="Arial"/>
                <a:cs typeface="Arial"/>
              </a:defRPr>
            </a:defPPr>
            <a:lvl1pPr algn="r">
              <a:defRPr sz="1425" b="1">
                <a:solidFill>
                  <a:srgbClr val="C55A2B"/>
                </a:solidFill>
                <a:latin typeface="Arial"/>
                <a:ea typeface="Arial"/>
                <a:cs typeface="Arial"/>
              </a:defRPr>
            </a:lvl1pPr>
            <a:lvl2pPr algn="r">
              <a:defRPr sz="1425" b="1">
                <a:solidFill>
                  <a:srgbClr val="C55A2B"/>
                </a:solidFill>
                <a:latin typeface="Arial"/>
                <a:ea typeface="Arial"/>
                <a:cs typeface="Arial"/>
              </a:defRPr>
            </a:lvl2pPr>
            <a:lvl3pPr algn="r">
              <a:defRPr sz="1425" b="1">
                <a:solidFill>
                  <a:srgbClr val="C55A2B"/>
                </a:solidFill>
                <a:latin typeface="Arial"/>
                <a:ea typeface="Arial"/>
                <a:cs typeface="Arial"/>
              </a:defRPr>
            </a:lvl3pPr>
            <a:lvl4pPr algn="r">
              <a:defRPr sz="1425" b="1">
                <a:solidFill>
                  <a:srgbClr val="C55A2B"/>
                </a:solidFill>
                <a:latin typeface="Arial"/>
                <a:ea typeface="Arial"/>
                <a:cs typeface="Arial"/>
              </a:defRPr>
            </a:lvl4pPr>
            <a:lvl5pPr algn="r">
              <a:defRPr sz="1425" b="1">
                <a:solidFill>
                  <a:srgbClr val="C55A2B"/>
                </a:solidFill>
                <a:latin typeface="Arial"/>
                <a:ea typeface="Arial"/>
                <a:cs typeface="Arial"/>
              </a:defRPr>
            </a:lvl5pPr>
            <a:lvl6pPr algn="r">
              <a:defRPr sz="1425" b="1">
                <a:solidFill>
                  <a:srgbClr val="C55A2B"/>
                </a:solidFill>
                <a:latin typeface="Arial"/>
                <a:ea typeface="Arial"/>
                <a:cs typeface="Arial"/>
              </a:defRPr>
            </a:lvl6pPr>
            <a:lvl7pPr algn="r">
              <a:defRPr sz="1425" b="1">
                <a:solidFill>
                  <a:srgbClr val="C55A2B"/>
                </a:solidFill>
                <a:latin typeface="Arial"/>
                <a:ea typeface="Arial"/>
                <a:cs typeface="Arial"/>
              </a:defRPr>
            </a:lvl7pPr>
            <a:lvl8pPr algn="r">
              <a:defRPr sz="1425" b="1">
                <a:solidFill>
                  <a:srgbClr val="C55A2B"/>
                </a:solidFill>
                <a:latin typeface="Arial"/>
                <a:ea typeface="Arial"/>
                <a:cs typeface="Arial"/>
              </a:defRPr>
            </a:lvl8pPr>
            <a:lvl9pPr algn="r">
              <a:defRPr sz="1425" b="1">
                <a:solidFill>
                  <a:srgbClr val="C55A2B"/>
                </a:solidFill>
                <a:latin typeface="Arial"/>
                <a:ea typeface="Arial"/>
                <a:cs typeface="Arial"/>
              </a:defRPr>
            </a:lvl9pPr>
          </a:lstStyle>
          <a:p xmlns:a="http://schemas.openxmlformats.org/drawingml/2006/main">
            <a:pPr algn="r">
              <a:defRPr sz="1425" b="1">
                <a:solidFill>
                  <a:srgbClr val="C55A2B"/>
                </a:solidFill>
                <a:latin typeface="Arial"/>
                <a:ea typeface="Arial"/>
                <a:cs typeface="Arial"/>
              </a:defRPr>
            </a:pPr>
            <a:r>
              <a:rPr sz="1425" b="1">
                <a:solidFill>
                  <a:srgbClr val="C55A2B"/>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929A2DDA-2B7C-4C8A-BF58-F8B8A0A9C592}"/>
              </a:ext>
            </a:extLst>
          </p:cNvPr>
          <p:cNvSpPr>
            <a:spLocks xmlns:a="http://schemas.openxmlformats.org/drawingml/2006/main" noGrp="1"/>
          </p:cNvSpPr>
          <p:nvPr/>
        </p:nvSpPr>
        <p:spPr>
          <a:xfrm xmlns:a="http://schemas.openxmlformats.org/drawingml/2006/main">
            <a:off x="3486150" y="4324350"/>
            <a:ext cx="4591050" cy="0"/>
          </a:xfrm>
          <a:prstGeom xmlns:a="http://schemas.openxmlformats.org/drawingml/2006/main" prst="line">
            <a:avLst/>
          </a:prstGeom>
          <a:ln xmlns:a="http://schemas.openxmlformats.org/drawingml/2006/main" w="9525">
            <a:solidFill>
              <a:srgbClr val="E7E1D7"/>
            </a:solidFill>
            <a:prstDash val="solid"/>
          </a:ln>
        </p:spPr>
      </p:sp>
      <p:sp>
        <p:nvSpPr>
          <p:cNvPr id="21" name="">
            <a:extLst xmlns:a="http://schemas.openxmlformats.org/drawingml/2006/main">
              <a:ext uri="{FF2B5EF4-FFF2-40B4-BE49-F238E27FC236}">
                <a16:creationId xmlns:a16="http://schemas.microsoft.com/office/drawing/2014/main" id="{D27942CC-FA33-44D3-8EB5-862259190335}"/>
              </a:ext>
            </a:extLst>
          </p:cNvPr>
          <p:cNvSpPr>
            <a:spLocks xmlns:a="http://schemas.openxmlformats.org/drawingml/2006/main" noGrp="1"/>
          </p:cNvSpPr>
          <p:nvPr/>
        </p:nvSpPr>
        <p:spPr>
          <a:xfrm xmlns:a="http://schemas.openxmlformats.org/drawingml/2006/main">
            <a:off x="3486150" y="4419600"/>
            <a:ext cx="3381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/documents/search</a:t>
            </a:r>
          </a:p>
        </p:txBody>
      </p:sp>
      <p:sp>
        <p:nvSpPr>
          <p:cNvPr id="22" name="">
            <a:extLst xmlns:a="http://schemas.openxmlformats.org/drawingml/2006/main">
              <a:ext uri="{FF2B5EF4-FFF2-40B4-BE49-F238E27FC236}">
                <a16:creationId xmlns:a16="http://schemas.microsoft.com/office/drawing/2014/main" id="{36F25C43-CFA5-40F1-B857-BFE29BD52FD8}"/>
              </a:ext>
            </a:extLst>
          </p:cNvPr>
          <p:cNvSpPr>
            <a:spLocks xmlns:a="http://schemas.openxmlformats.org/drawingml/2006/main" noGrp="1"/>
          </p:cNvSpPr>
          <p:nvPr/>
        </p:nvSpPr>
        <p:spPr>
          <a:xfrm xmlns:a="http://schemas.openxmlformats.org/drawingml/2006/main">
            <a:off x="6962775" y="4419600"/>
            <a:ext cx="1066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425" b="1">
                <a:solidFill>
                  <a:srgbClr val="C55A2B"/>
                </a:solidFill>
                <a:latin typeface="Arial"/>
                <a:ea typeface="Arial"/>
                <a:cs typeface="Arial"/>
              </a:defRPr>
            </a:defPPr>
            <a:lvl1pPr algn="r">
              <a:defRPr sz="1425" b="1">
                <a:solidFill>
                  <a:srgbClr val="C55A2B"/>
                </a:solidFill>
                <a:latin typeface="Arial"/>
                <a:ea typeface="Arial"/>
                <a:cs typeface="Arial"/>
              </a:defRPr>
            </a:lvl1pPr>
            <a:lvl2pPr algn="r">
              <a:defRPr sz="1425" b="1">
                <a:solidFill>
                  <a:srgbClr val="C55A2B"/>
                </a:solidFill>
                <a:latin typeface="Arial"/>
                <a:ea typeface="Arial"/>
                <a:cs typeface="Arial"/>
              </a:defRPr>
            </a:lvl2pPr>
            <a:lvl3pPr algn="r">
              <a:defRPr sz="1425" b="1">
                <a:solidFill>
                  <a:srgbClr val="C55A2B"/>
                </a:solidFill>
                <a:latin typeface="Arial"/>
                <a:ea typeface="Arial"/>
                <a:cs typeface="Arial"/>
              </a:defRPr>
            </a:lvl3pPr>
            <a:lvl4pPr algn="r">
              <a:defRPr sz="1425" b="1">
                <a:solidFill>
                  <a:srgbClr val="C55A2B"/>
                </a:solidFill>
                <a:latin typeface="Arial"/>
                <a:ea typeface="Arial"/>
                <a:cs typeface="Arial"/>
              </a:defRPr>
            </a:lvl4pPr>
            <a:lvl5pPr algn="r">
              <a:defRPr sz="1425" b="1">
                <a:solidFill>
                  <a:srgbClr val="C55A2B"/>
                </a:solidFill>
                <a:latin typeface="Arial"/>
                <a:ea typeface="Arial"/>
                <a:cs typeface="Arial"/>
              </a:defRPr>
            </a:lvl5pPr>
            <a:lvl6pPr algn="r">
              <a:defRPr sz="1425" b="1">
                <a:solidFill>
                  <a:srgbClr val="C55A2B"/>
                </a:solidFill>
                <a:latin typeface="Arial"/>
                <a:ea typeface="Arial"/>
                <a:cs typeface="Arial"/>
              </a:defRPr>
            </a:lvl6pPr>
            <a:lvl7pPr algn="r">
              <a:defRPr sz="1425" b="1">
                <a:solidFill>
                  <a:srgbClr val="C55A2B"/>
                </a:solidFill>
                <a:latin typeface="Arial"/>
                <a:ea typeface="Arial"/>
                <a:cs typeface="Arial"/>
              </a:defRPr>
            </a:lvl7pPr>
            <a:lvl8pPr algn="r">
              <a:defRPr sz="1425" b="1">
                <a:solidFill>
                  <a:srgbClr val="C55A2B"/>
                </a:solidFill>
                <a:latin typeface="Arial"/>
                <a:ea typeface="Arial"/>
                <a:cs typeface="Arial"/>
              </a:defRPr>
            </a:lvl8pPr>
            <a:lvl9pPr algn="r">
              <a:defRPr sz="1425" b="1">
                <a:solidFill>
                  <a:srgbClr val="C55A2B"/>
                </a:solidFill>
                <a:latin typeface="Arial"/>
                <a:ea typeface="Arial"/>
                <a:cs typeface="Arial"/>
              </a:defRPr>
            </a:lvl9pPr>
          </a:lstStyle>
          <a:p xmlns:a="http://schemas.openxmlformats.org/drawingml/2006/main">
            <a:pPr algn="r">
              <a:defRPr sz="1425" b="1">
                <a:solidFill>
                  <a:srgbClr val="C55A2B"/>
                </a:solidFill>
                <a:latin typeface="Arial"/>
                <a:ea typeface="Arial"/>
                <a:cs typeface="Arial"/>
              </a:defRPr>
            </a:pPr>
            <a:r>
              <a:rPr sz="1425" b="1">
                <a:solidFill>
                  <a:srgbClr val="C55A2B"/>
                </a:solidFill>
                <a:latin typeface="Arial"/>
                <a:ea typeface="Arial"/>
                <a:cs typeface="Arial"/>
              </a:rPr>
              <a:t>USER</a:t>
            </a:r>
          </a:p>
        </p:txBody>
      </p:sp>
      <p:sp>
        <p:nvSpPr>
          <p:cNvPr id="23" name="">
            <a:extLst xmlns:a="http://schemas.openxmlformats.org/drawingml/2006/main">
              <a:ext uri="{FF2B5EF4-FFF2-40B4-BE49-F238E27FC236}">
                <a16:creationId xmlns:a16="http://schemas.microsoft.com/office/drawing/2014/main" id="{868FD91B-458E-44E2-8AE9-8CBFA37C1E3F}"/>
              </a:ext>
            </a:extLst>
          </p:cNvPr>
          <p:cNvSpPr>
            <a:spLocks xmlns:a="http://schemas.openxmlformats.org/drawingml/2006/main" noGrp="1"/>
          </p:cNvSpPr>
          <p:nvPr/>
        </p:nvSpPr>
        <p:spPr>
          <a:xfrm xmlns:a="http://schemas.openxmlformats.org/drawingml/2006/main">
            <a:off x="3486150" y="51054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Spring AI: Metadaten-Filter</a:t>
            </a:r>
          </a:p>
        </p:txBody>
      </p:sp>
      <p:sp>
        <p:nvSpPr>
          <p:cNvPr id="24" name="MariaDB">
            <a:extLst xmlns:a="http://schemas.openxmlformats.org/drawingml/2006/main">
              <a:ext uri="{FF2B5EF4-FFF2-40B4-BE49-F238E27FC236}">
                <a16:creationId xmlns:a16="http://schemas.microsoft.com/office/drawing/2014/main" id="{07280662-EEAB-4155-950A-539CA344FE24}"/>
              </a:ext>
            </a:extLst>
          </p:cNvPr>
          <p:cNvSpPr>
            <a:spLocks xmlns:a="http://schemas.openxmlformats.org/drawingml/2006/main" noGrp="1"/>
          </p:cNvSpPr>
          <p:nvPr/>
        </p:nvSpPr>
        <p:spPr>
          <a:xfrm xmlns:a="http://schemas.openxmlformats.org/drawingml/2006/main">
            <a:off x="9182100" y="1914525"/>
            <a:ext cx="2324100" cy="2952750"/>
          </a:xfrm>
          <a:prstGeom xmlns:a="http://schemas.openxmlformats.org/drawingml/2006/main" prst="rect">
            <a:avLst/>
          </a:prstGeom>
          <a:noFill xmlns:a="http://schemas.openxmlformats.org/drawingml/2006/main"/>
          <a:ln xmlns:a="http://schemas.openxmlformats.org/drawingml/2006/main" w="19050">
            <a:solidFill>
              <a:srgbClr val="5D6872"/>
            </a:solidFill>
            <a:prstDash val="solid"/>
          </a:ln>
        </p:spPr>
      </p:sp>
      <p:sp>
        <p:nvSpPr>
          <p:cNvPr id="25" name="">
            <a:extLst xmlns:a="http://schemas.openxmlformats.org/drawingml/2006/main">
              <a:ext uri="{FF2B5EF4-FFF2-40B4-BE49-F238E27FC236}">
                <a16:creationId xmlns:a16="http://schemas.microsoft.com/office/drawing/2014/main" id="{BEC2123D-501F-444B-9962-C293C035F31F}"/>
              </a:ext>
            </a:extLst>
          </p:cNvPr>
          <p:cNvSpPr>
            <a:spLocks xmlns:a="http://schemas.openxmlformats.org/drawingml/2006/main" noGrp="1"/>
          </p:cNvSpPr>
          <p:nvPr/>
        </p:nvSpPr>
        <p:spPr>
          <a:xfrm xmlns:a="http://schemas.openxmlformats.org/drawingml/2006/main">
            <a:off x="9391650" y="2143125"/>
            <a:ext cx="1905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202935"/>
                </a:solidFill>
                <a:latin typeface="Arial"/>
                <a:ea typeface="Arial"/>
                <a:cs typeface="Arial"/>
              </a:defRPr>
            </a:defPPr>
            <a:lvl1pPr algn="l">
              <a:defRPr sz="1950" b="1">
                <a:solidFill>
                  <a:srgbClr val="202935"/>
                </a:solidFill>
                <a:latin typeface="Arial"/>
                <a:ea typeface="Arial"/>
                <a:cs typeface="Arial"/>
              </a:defRPr>
            </a:lvl1pPr>
            <a:lvl2pPr algn="l">
              <a:defRPr sz="1950" b="1">
                <a:solidFill>
                  <a:srgbClr val="202935"/>
                </a:solidFill>
                <a:latin typeface="Arial"/>
                <a:ea typeface="Arial"/>
                <a:cs typeface="Arial"/>
              </a:defRPr>
            </a:lvl2pPr>
            <a:lvl3pPr algn="l">
              <a:defRPr sz="1950" b="1">
                <a:solidFill>
                  <a:srgbClr val="202935"/>
                </a:solidFill>
                <a:latin typeface="Arial"/>
                <a:ea typeface="Arial"/>
                <a:cs typeface="Arial"/>
              </a:defRPr>
            </a:lvl3pPr>
            <a:lvl4pPr algn="l">
              <a:defRPr sz="1950" b="1">
                <a:solidFill>
                  <a:srgbClr val="202935"/>
                </a:solidFill>
                <a:latin typeface="Arial"/>
                <a:ea typeface="Arial"/>
                <a:cs typeface="Arial"/>
              </a:defRPr>
            </a:lvl4pPr>
            <a:lvl5pPr algn="l">
              <a:defRPr sz="1950" b="1">
                <a:solidFill>
                  <a:srgbClr val="202935"/>
                </a:solidFill>
                <a:latin typeface="Arial"/>
                <a:ea typeface="Arial"/>
                <a:cs typeface="Arial"/>
              </a:defRPr>
            </a:lvl5pPr>
            <a:lvl6pPr algn="l">
              <a:defRPr sz="1950" b="1">
                <a:solidFill>
                  <a:srgbClr val="202935"/>
                </a:solidFill>
                <a:latin typeface="Arial"/>
                <a:ea typeface="Arial"/>
                <a:cs typeface="Arial"/>
              </a:defRPr>
            </a:lvl6pPr>
            <a:lvl7pPr algn="l">
              <a:defRPr sz="1950" b="1">
                <a:solidFill>
                  <a:srgbClr val="202935"/>
                </a:solidFill>
                <a:latin typeface="Arial"/>
                <a:ea typeface="Arial"/>
                <a:cs typeface="Arial"/>
              </a:defRPr>
            </a:lvl7pPr>
            <a:lvl8pPr algn="l">
              <a:defRPr sz="1950" b="1">
                <a:solidFill>
                  <a:srgbClr val="202935"/>
                </a:solidFill>
                <a:latin typeface="Arial"/>
                <a:ea typeface="Arial"/>
                <a:cs typeface="Arial"/>
              </a:defRPr>
            </a:lvl8pPr>
            <a:lvl9pPr algn="l">
              <a:defRPr sz="1950" b="1">
                <a:solidFill>
                  <a:srgbClr val="202935"/>
                </a:solidFill>
                <a:latin typeface="Arial"/>
                <a:ea typeface="Arial"/>
                <a:cs typeface="Arial"/>
              </a:defRPr>
            </a:lvl9pPr>
          </a:lstStyle>
          <a:p xmlns:a="http://schemas.openxmlformats.org/drawingml/2006/main">
            <a:pPr algn="l">
              <a:defRPr sz="1950" b="1">
                <a:solidFill>
                  <a:srgbClr val="202935"/>
                </a:solidFill>
                <a:latin typeface="Arial"/>
                <a:ea typeface="Arial"/>
                <a:cs typeface="Arial"/>
              </a:defRPr>
            </a:pPr>
            <a:r>
              <a:rPr sz="1950" b="1">
                <a:solidFill>
                  <a:srgbClr val="202935"/>
                </a:solidFill>
                <a:latin typeface="Arial"/>
                <a:ea typeface="Arial"/>
                <a:cs typeface="Arial"/>
              </a:rPr>
              <a:t>MariaDB 11.8</a:t>
            </a:r>
          </a:p>
        </p:txBody>
      </p:sp>
      <p:sp>
        <p:nvSpPr>
          <p:cNvPr id="26" name="">
            <a:extLst xmlns:a="http://schemas.openxmlformats.org/drawingml/2006/main">
              <a:ext uri="{FF2B5EF4-FFF2-40B4-BE49-F238E27FC236}">
                <a16:creationId xmlns:a16="http://schemas.microsoft.com/office/drawing/2014/main" id="{C4008AF7-AB5D-40F5-8BBA-F7A3D268BE5E}"/>
              </a:ext>
            </a:extLst>
          </p:cNvPr>
          <p:cNvSpPr>
            <a:spLocks xmlns:a="http://schemas.openxmlformats.org/drawingml/2006/main" noGrp="1"/>
          </p:cNvSpPr>
          <p:nvPr/>
        </p:nvSpPr>
        <p:spPr>
          <a:xfrm xmlns:a="http://schemas.openxmlformats.org/drawingml/2006/main">
            <a:off x="9391650" y="28765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app_user</a:t>
            </a:r>
          </a:p>
        </p:txBody>
      </p:sp>
      <p:sp>
        <p:nvSpPr>
          <p:cNvPr id="27" name="">
            <a:extLst xmlns:a="http://schemas.openxmlformats.org/drawingml/2006/main">
              <a:ext uri="{FF2B5EF4-FFF2-40B4-BE49-F238E27FC236}">
                <a16:creationId xmlns:a16="http://schemas.microsoft.com/office/drawing/2014/main" id="{F2412997-61C6-46E8-A56C-6AE311AAF558}"/>
              </a:ext>
            </a:extLst>
          </p:cNvPr>
          <p:cNvSpPr>
            <a:spLocks xmlns:a="http://schemas.openxmlformats.org/drawingml/2006/main" noGrp="1"/>
          </p:cNvSpPr>
          <p:nvPr/>
        </p:nvSpPr>
        <p:spPr>
          <a:xfrm xmlns:a="http://schemas.openxmlformats.org/drawingml/2006/main">
            <a:off x="9391650" y="320040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organization_uuid</a:t>
            </a:r>
          </a:p>
        </p:txBody>
      </p:sp>
      <p:sp>
        <p:nvSpPr>
          <p:cNvPr id="28" name="">
            <a:extLst xmlns:a="http://schemas.openxmlformats.org/drawingml/2006/main">
              <a:ext uri="{FF2B5EF4-FFF2-40B4-BE49-F238E27FC236}">
                <a16:creationId xmlns:a16="http://schemas.microsoft.com/office/drawing/2014/main" id="{DB06E36E-5D84-4C18-AEB0-E516F00FA5C9}"/>
              </a:ext>
            </a:extLst>
          </p:cNvPr>
          <p:cNvSpPr>
            <a:spLocks xmlns:a="http://schemas.openxmlformats.org/drawingml/2006/main" noGrp="1"/>
          </p:cNvSpPr>
          <p:nvPr/>
        </p:nvSpPr>
        <p:spPr>
          <a:xfrm xmlns:a="http://schemas.openxmlformats.org/drawingml/2006/main">
            <a:off x="9391650" y="3600450"/>
            <a:ext cx="1895475" cy="0"/>
          </a:xfrm>
          <a:prstGeom xmlns:a="http://schemas.openxmlformats.org/drawingml/2006/main" prst="line">
            <a:avLst/>
          </a:prstGeom>
          <a:ln xmlns:a="http://schemas.openxmlformats.org/drawingml/2006/main" w="14288">
            <a:solidFill>
              <a:srgbClr val="E7E1D7"/>
            </a:solidFill>
            <a:prstDash val="solid"/>
          </a:ln>
        </p:spPr>
      </p:sp>
      <p:sp>
        <p:nvSpPr>
          <p:cNvPr id="29" name="">
            <a:extLst xmlns:a="http://schemas.openxmlformats.org/drawingml/2006/main">
              <a:ext uri="{FF2B5EF4-FFF2-40B4-BE49-F238E27FC236}">
                <a16:creationId xmlns:a16="http://schemas.microsoft.com/office/drawing/2014/main" id="{1122EB83-7BE1-43A5-B232-03254BC76EF0}"/>
              </a:ext>
            </a:extLst>
          </p:cNvPr>
          <p:cNvSpPr>
            <a:spLocks xmlns:a="http://schemas.openxmlformats.org/drawingml/2006/main" noGrp="1"/>
          </p:cNvSpPr>
          <p:nvPr/>
        </p:nvSpPr>
        <p:spPr>
          <a:xfrm xmlns:a="http://schemas.openxmlformats.org/drawingml/2006/main">
            <a:off x="9391650" y="38004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document</a:t>
            </a:r>
          </a:p>
        </p:txBody>
      </p:sp>
      <p:sp>
        <p:nvSpPr>
          <p:cNvPr id="30" name="">
            <a:extLst xmlns:a="http://schemas.openxmlformats.org/drawingml/2006/main">
              <a:ext uri="{FF2B5EF4-FFF2-40B4-BE49-F238E27FC236}">
                <a16:creationId xmlns:a16="http://schemas.microsoft.com/office/drawing/2014/main" id="{BE79879B-AFE9-49E1-AD5C-ACCB56F98C60}"/>
              </a:ext>
            </a:extLst>
          </p:cNvPr>
          <p:cNvSpPr>
            <a:spLocks xmlns:a="http://schemas.openxmlformats.org/drawingml/2006/main" noGrp="1"/>
          </p:cNvSpPr>
          <p:nvPr/>
        </p:nvSpPr>
        <p:spPr>
          <a:xfrm xmlns:a="http://schemas.openxmlformats.org/drawingml/2006/main">
            <a:off x="9391650" y="4124325"/>
            <a:ext cx="19431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03"/>
          </a:bodyPr>
          <a:lstStyle xmlns:a="http://schemas.openxmlformats.org/drawingml/2006/main">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organization_uuid</a:t>
            </a:r>
          </a:p>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metadata: category, revision</a:t>
            </a:r>
          </a:p>
        </p:txBody>
      </p:sp>
      <p:sp>
        <p:nvSpPr>
          <p:cNvPr id="33" name="">
            <a:extLst xmlns:a="http://schemas.openxmlformats.org/drawingml/2006/main">
              <a:ext uri="{FF2B5EF4-FFF2-40B4-BE49-F238E27FC236}">
                <a16:creationId xmlns:a16="http://schemas.microsoft.com/office/drawing/2014/main" id="{243F3E3B-8019-40FC-86DC-97DDBEDB4F6B}"/>
              </a:ext>
            </a:extLst>
          </p:cNvPr>
          <p:cNvSpPr>
            <a:spLocks xmlns:a="http://schemas.openxmlformats.org/drawingml/2006/main" noGrp="1"/>
          </p:cNvSpPr>
          <p:nvPr/>
        </p:nvSpPr>
        <p:spPr>
          <a:xfrm xmlns:a="http://schemas.openxmlformats.org/drawingml/2006/main">
            <a:off x="3190875" y="57721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D6872"/>
                </a:solidFill>
                <a:latin typeface="Arial"/>
                <a:ea typeface="Arial"/>
                <a:cs typeface="Arial"/>
              </a:defRPr>
            </a:defPPr>
            <a:lvl1pPr algn="l">
              <a:defRPr sz="1500" b="0">
                <a:solidFill>
                  <a:srgbClr val="5D6872"/>
                </a:solidFill>
                <a:latin typeface="Arial"/>
                <a:ea typeface="Arial"/>
                <a:cs typeface="Arial"/>
              </a:defRPr>
            </a:lvl1pPr>
            <a:lvl2pPr algn="l">
              <a:defRPr sz="1500" b="0">
                <a:solidFill>
                  <a:srgbClr val="5D6872"/>
                </a:solidFill>
                <a:latin typeface="Arial"/>
                <a:ea typeface="Arial"/>
                <a:cs typeface="Arial"/>
              </a:defRPr>
            </a:lvl2pPr>
            <a:lvl3pPr algn="l">
              <a:defRPr sz="1500" b="0">
                <a:solidFill>
                  <a:srgbClr val="5D6872"/>
                </a:solidFill>
                <a:latin typeface="Arial"/>
                <a:ea typeface="Arial"/>
                <a:cs typeface="Arial"/>
              </a:defRPr>
            </a:lvl3pPr>
            <a:lvl4pPr algn="l">
              <a:defRPr sz="1500" b="0">
                <a:solidFill>
                  <a:srgbClr val="5D6872"/>
                </a:solidFill>
                <a:latin typeface="Arial"/>
                <a:ea typeface="Arial"/>
                <a:cs typeface="Arial"/>
              </a:defRPr>
            </a:lvl4pPr>
            <a:lvl5pPr algn="l">
              <a:defRPr sz="1500" b="0">
                <a:solidFill>
                  <a:srgbClr val="5D6872"/>
                </a:solidFill>
                <a:latin typeface="Arial"/>
                <a:ea typeface="Arial"/>
                <a:cs typeface="Arial"/>
              </a:defRPr>
            </a:lvl5pPr>
            <a:lvl6pPr algn="l">
              <a:defRPr sz="1500" b="0">
                <a:solidFill>
                  <a:srgbClr val="5D6872"/>
                </a:solidFill>
                <a:latin typeface="Arial"/>
                <a:ea typeface="Arial"/>
                <a:cs typeface="Arial"/>
              </a:defRPr>
            </a:lvl6pPr>
            <a:lvl7pPr algn="l">
              <a:defRPr sz="1500" b="0">
                <a:solidFill>
                  <a:srgbClr val="5D6872"/>
                </a:solidFill>
                <a:latin typeface="Arial"/>
                <a:ea typeface="Arial"/>
                <a:cs typeface="Arial"/>
              </a:defRPr>
            </a:lvl7pPr>
            <a:lvl8pPr algn="l">
              <a:defRPr sz="1500" b="0">
                <a:solidFill>
                  <a:srgbClr val="5D6872"/>
                </a:solidFill>
                <a:latin typeface="Arial"/>
                <a:ea typeface="Arial"/>
                <a:cs typeface="Arial"/>
              </a:defRPr>
            </a:lvl8pPr>
            <a:lvl9pPr algn="l">
              <a:defRPr sz="1500" b="0">
                <a:solidFill>
                  <a:srgbClr val="5D6872"/>
                </a:solidFill>
                <a:latin typeface="Arial"/>
                <a:ea typeface="Arial"/>
                <a:cs typeface="Arial"/>
              </a:defRPr>
            </a:lvl9pPr>
          </a:lstStyle>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Vektorsuche ist geplant, im Demo gibt es nur Metadaten-Filter.</a:t>
            </a:r>
          </a:p>
        </p:txBody>
      </p:sp>
    </p:spTree>
    <p:extLst>
      <p:ext uri="{BB962C8B-B14F-4D97-AF65-F5344CB8AC3E}">
        <p14:creationId xmlns:p14="http://schemas.microsoft.com/office/powerpoint/2010/main" val="748694441"/>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0CE7F0AB-50A3-4A4E-86DA-BA4DCEC256D8}"/>
              </a:ext>
            </a:extLst>
          </p:cNvPr>
          <p:cNvCxnSpPr>
            <a:stCxn xmlns:a="http://schemas.openxmlformats.org/drawingml/2006/main" id="8" idx="3"/>
            <a:endCxn xmlns:a="http://schemas.openxmlformats.org/drawingml/2006/main" id="21" idx="1"/>
          </p:cNvCxnSpPr>
          <p:nvPr/>
        </p:nvCxnSpPr>
        <p:spPr>
          <a:xfrm xmlns:a="http://schemas.openxmlformats.org/drawingml/2006/main">
            <a:off x="6076950" y="3448050"/>
            <a:ext cx="895350" cy="923925"/>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cxnSp>
        <p:nvCxnSpPr>
          <p:cNvPr id="27" name="">
            <a:extLst xmlns:a="http://schemas.openxmlformats.org/drawingml/2006/main">
              <a:ext uri="{FF2B5EF4-FFF2-40B4-BE49-F238E27FC236}">
                <a16:creationId xmlns:a16="http://schemas.microsoft.com/office/drawing/2014/main" id="{C1F965D8-EC4D-425C-B275-55E73FD4424B}"/>
              </a:ext>
            </a:extLst>
          </p:cNvPr>
          <p:cNvCxnSpPr>
            <a:stCxn xmlns:a="http://schemas.openxmlformats.org/drawingml/2006/main" id="8" idx="3"/>
            <a:endCxn xmlns:a="http://schemas.openxmlformats.org/drawingml/2006/main" id="17" idx="1"/>
          </p:cNvCxnSpPr>
          <p:nvPr/>
        </p:nvCxnSpPr>
        <p:spPr>
          <a:xfrm xmlns:a="http://schemas.openxmlformats.org/drawingml/2006/main" flipV="1">
            <a:off x="6076950" y="2224088"/>
            <a:ext cx="895350" cy="1223963"/>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8C58305D-AAEF-4F8E-8A8F-F2692E75B006}"/>
              </a:ext>
            </a:extLst>
          </p:cNvPr>
          <p:cNvCxnSpPr>
            <a:stCxn xmlns:a="http://schemas.openxmlformats.org/drawingml/2006/main" id="6" idx="3"/>
            <a:endCxn xmlns:a="http://schemas.openxmlformats.org/drawingml/2006/main" id="8" idx="1"/>
          </p:cNvCxnSpPr>
          <p:nvPr/>
        </p:nvCxnSpPr>
        <p:spPr>
          <a:xfrm xmlns:a="http://schemas.openxmlformats.org/drawingml/2006/main">
            <a:off x="2314575" y="3095625"/>
            <a:ext cx="666750" cy="352425"/>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sp>
        <p:nvSpPr>
          <p:cNvPr id="30" name="">
            <a:extLst xmlns:a="http://schemas.openxmlformats.org/drawingml/2006/main">
              <a:ext uri="{FF2B5EF4-FFF2-40B4-BE49-F238E27FC236}">
                <a16:creationId xmlns:a16="http://schemas.microsoft.com/office/drawing/2014/main" id="{27CE01EE-AAA7-4BD4-9E53-FBBF61E4402B}"/>
              </a:ext>
            </a:extLst>
          </p:cNvPr>
          <p:cNvSpPr>
            <a:spLocks xmlns:a="http://schemas.openxmlformats.org/drawingml/2006/main" noGrp="1"/>
          </p:cNvSpPr>
          <p:nvPr/>
        </p:nvSpPr>
        <p:spPr>
          <a:xfrm xmlns:a="http://schemas.openxmlformats.org/drawingml/2006/main">
            <a:off x="647700" y="542925"/>
            <a:ext cx="66675" cy="438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D15DA3-2A14-4644-9DAF-AD82051986A9}"/>
              </a:ext>
            </a:extLst>
          </p:cNvPr>
          <p:cNvSpPr>
            <a:spLocks xmlns:a="http://schemas.openxmlformats.org/drawingml/2006/main" noGrp="1"/>
          </p:cNvSpPr>
          <p:nvPr/>
        </p:nvSpPr>
        <p:spPr>
          <a:xfrm xmlns:a="http://schemas.openxmlformats.org/drawingml/2006/main">
            <a:off x="876300" y="495300"/>
            <a:ext cx="1062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202935"/>
                </a:solidFill>
                <a:latin typeface="Arial"/>
                <a:ea typeface="Arial"/>
                <a:cs typeface="Arial"/>
              </a:defRPr>
            </a:defPPr>
            <a:lvl1pPr algn="l">
              <a:defRPr sz="2625" b="1">
                <a:solidFill>
                  <a:srgbClr val="202935"/>
                </a:solidFill>
                <a:latin typeface="Arial"/>
                <a:ea typeface="Arial"/>
                <a:cs typeface="Arial"/>
              </a:defRPr>
            </a:lvl1pPr>
            <a:lvl2pPr algn="l">
              <a:defRPr sz="2625" b="1">
                <a:solidFill>
                  <a:srgbClr val="202935"/>
                </a:solidFill>
                <a:latin typeface="Arial"/>
                <a:ea typeface="Arial"/>
                <a:cs typeface="Arial"/>
              </a:defRPr>
            </a:lvl2pPr>
            <a:lvl3pPr algn="l">
              <a:defRPr sz="2625" b="1">
                <a:solidFill>
                  <a:srgbClr val="202935"/>
                </a:solidFill>
                <a:latin typeface="Arial"/>
                <a:ea typeface="Arial"/>
                <a:cs typeface="Arial"/>
              </a:defRPr>
            </a:lvl3pPr>
            <a:lvl4pPr algn="l">
              <a:defRPr sz="2625" b="1">
                <a:solidFill>
                  <a:srgbClr val="202935"/>
                </a:solidFill>
                <a:latin typeface="Arial"/>
                <a:ea typeface="Arial"/>
                <a:cs typeface="Arial"/>
              </a:defRPr>
            </a:lvl4pPr>
            <a:lvl5pPr algn="l">
              <a:defRPr sz="2625" b="1">
                <a:solidFill>
                  <a:srgbClr val="202935"/>
                </a:solidFill>
                <a:latin typeface="Arial"/>
                <a:ea typeface="Arial"/>
                <a:cs typeface="Arial"/>
              </a:defRPr>
            </a:lvl5pPr>
            <a:lvl6pPr algn="l">
              <a:defRPr sz="2625" b="1">
                <a:solidFill>
                  <a:srgbClr val="202935"/>
                </a:solidFill>
                <a:latin typeface="Arial"/>
                <a:ea typeface="Arial"/>
                <a:cs typeface="Arial"/>
              </a:defRPr>
            </a:lvl6pPr>
            <a:lvl7pPr algn="l">
              <a:defRPr sz="2625" b="1">
                <a:solidFill>
                  <a:srgbClr val="202935"/>
                </a:solidFill>
                <a:latin typeface="Arial"/>
                <a:ea typeface="Arial"/>
                <a:cs typeface="Arial"/>
              </a:defRPr>
            </a:lvl7pPr>
            <a:lvl8pPr algn="l">
              <a:defRPr sz="2625" b="1">
                <a:solidFill>
                  <a:srgbClr val="202935"/>
                </a:solidFill>
                <a:latin typeface="Arial"/>
                <a:ea typeface="Arial"/>
                <a:cs typeface="Arial"/>
              </a:defRPr>
            </a:lvl8pPr>
            <a:lvl9pPr algn="l">
              <a:defRPr sz="2625" b="1">
                <a:solidFill>
                  <a:srgbClr val="202935"/>
                </a:solidFill>
                <a:latin typeface="Arial"/>
                <a:ea typeface="Arial"/>
                <a:cs typeface="Arial"/>
              </a:defRPr>
            </a:lvl9pPr>
          </a:lstStyle>
          <a:p xmlns:a="http://schemas.openxmlformats.org/drawingml/2006/main">
            <a:pPr algn="l">
              <a:defRPr sz="2625" b="1">
                <a:solidFill>
                  <a:srgbClr val="202935"/>
                </a:solidFill>
                <a:latin typeface="Arial"/>
                <a:ea typeface="Arial"/>
                <a:cs typeface="Arial"/>
              </a:defRPr>
            </a:pPr>
            <a:r>
              <a:rPr sz="2625" b="1">
                <a:solidFill>
                  <a:srgbClr val="202935"/>
                </a:solidFill>
                <a:latin typeface="Arial"/>
                <a:ea typeface="Arial"/>
                <a:cs typeface="Arial"/>
              </a:rPr>
              <a:t>Zugriff: HTTP-Filter und Rollen</a:t>
            </a:r>
          </a:p>
        </p:txBody>
      </p:sp>
      <p:sp>
        <p:nvSpPr>
          <p:cNvPr id="3" name="">
            <a:extLst xmlns:a="http://schemas.openxmlformats.org/drawingml/2006/main">
              <a:ext uri="{FF2B5EF4-FFF2-40B4-BE49-F238E27FC236}">
                <a16:creationId xmlns:a16="http://schemas.microsoft.com/office/drawing/2014/main" id="{F14B20AC-7D67-4D6B-A376-740825AB2C6E}"/>
              </a:ext>
            </a:extLst>
          </p:cNvPr>
          <p:cNvSpPr>
            <a:spLocks xmlns:a="http://schemas.openxmlformats.org/drawingml/2006/main" noGrp="1"/>
          </p:cNvSpPr>
          <p:nvPr/>
        </p:nvSpPr>
        <p:spPr>
          <a:xfrm xmlns:a="http://schemas.openxmlformats.org/drawingml/2006/main">
            <a:off x="647700" y="6191250"/>
            <a:ext cx="10877550" cy="0"/>
          </a:xfrm>
          <a:prstGeom xmlns:a="http://schemas.openxmlformats.org/drawingml/2006/main" prst="line">
            <a:avLst/>
          </a:prstGeom>
          <a:ln xmlns:a="http://schemas.openxmlformats.org/drawingml/2006/main" w="9525">
            <a:solidFill>
              <a:srgbClr val="E7E1D7"/>
            </a:solidFill>
            <a:prstDash val="solid"/>
          </a:ln>
        </p:spPr>
      </p:sp>
      <p:sp>
        <p:nvSpPr>
          <p:cNvPr id="4" name="">
            <a:extLst xmlns:a="http://schemas.openxmlformats.org/drawingml/2006/main">
              <a:ext uri="{FF2B5EF4-FFF2-40B4-BE49-F238E27FC236}">
                <a16:creationId xmlns:a16="http://schemas.microsoft.com/office/drawing/2014/main" id="{49EF5519-89B7-4917-ABE6-EC897597212A}"/>
              </a:ext>
            </a:extLst>
          </p:cNvPr>
          <p:cNvSpPr>
            <a:spLocks xmlns:a="http://schemas.openxmlformats.org/drawingml/2006/main" noGrp="1"/>
          </p:cNvSpPr>
          <p:nvPr/>
        </p:nvSpPr>
        <p:spPr>
          <a:xfrm xmlns:a="http://schemas.openxmlformats.org/drawingml/2006/main">
            <a:off x="647700" y="6296025"/>
            <a:ext cx="276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D6872"/>
                </a:solidFill>
                <a:latin typeface="Arial"/>
                <a:ea typeface="Arial"/>
                <a:cs typeface="Arial"/>
              </a:defRPr>
            </a:defPPr>
            <a:lvl1pPr algn="l">
              <a:defRPr sz="1125" b="0">
                <a:solidFill>
                  <a:srgbClr val="5D6872"/>
                </a:solidFill>
                <a:latin typeface="Arial"/>
                <a:ea typeface="Arial"/>
                <a:cs typeface="Arial"/>
              </a:defRPr>
            </a:lvl1pPr>
            <a:lvl2pPr algn="l">
              <a:defRPr sz="1125" b="0">
                <a:solidFill>
                  <a:srgbClr val="5D6872"/>
                </a:solidFill>
                <a:latin typeface="Arial"/>
                <a:ea typeface="Arial"/>
                <a:cs typeface="Arial"/>
              </a:defRPr>
            </a:lvl2pPr>
            <a:lvl3pPr algn="l">
              <a:defRPr sz="1125" b="0">
                <a:solidFill>
                  <a:srgbClr val="5D6872"/>
                </a:solidFill>
                <a:latin typeface="Arial"/>
                <a:ea typeface="Arial"/>
                <a:cs typeface="Arial"/>
              </a:defRPr>
            </a:lvl3pPr>
            <a:lvl4pPr algn="l">
              <a:defRPr sz="1125" b="0">
                <a:solidFill>
                  <a:srgbClr val="5D6872"/>
                </a:solidFill>
                <a:latin typeface="Arial"/>
                <a:ea typeface="Arial"/>
                <a:cs typeface="Arial"/>
              </a:defRPr>
            </a:lvl4pPr>
            <a:lvl5pPr algn="l">
              <a:defRPr sz="1125" b="0">
                <a:solidFill>
                  <a:srgbClr val="5D6872"/>
                </a:solidFill>
                <a:latin typeface="Arial"/>
                <a:ea typeface="Arial"/>
                <a:cs typeface="Arial"/>
              </a:defRPr>
            </a:lvl5pPr>
            <a:lvl6pPr algn="l">
              <a:defRPr sz="1125" b="0">
                <a:solidFill>
                  <a:srgbClr val="5D6872"/>
                </a:solidFill>
                <a:latin typeface="Arial"/>
                <a:ea typeface="Arial"/>
                <a:cs typeface="Arial"/>
              </a:defRPr>
            </a:lvl6pPr>
            <a:lvl7pPr algn="l">
              <a:defRPr sz="1125" b="0">
                <a:solidFill>
                  <a:srgbClr val="5D6872"/>
                </a:solidFill>
                <a:latin typeface="Arial"/>
                <a:ea typeface="Arial"/>
                <a:cs typeface="Arial"/>
              </a:defRPr>
            </a:lvl7pPr>
            <a:lvl8pPr algn="l">
              <a:defRPr sz="1125" b="0">
                <a:solidFill>
                  <a:srgbClr val="5D6872"/>
                </a:solidFill>
                <a:latin typeface="Arial"/>
                <a:ea typeface="Arial"/>
                <a:cs typeface="Arial"/>
              </a:defRPr>
            </a:lvl8pPr>
            <a:lvl9pPr algn="l">
              <a:defRPr sz="1125" b="0">
                <a:solidFill>
                  <a:srgbClr val="5D6872"/>
                </a:solidFill>
                <a:latin typeface="Arial"/>
                <a:ea typeface="Arial"/>
                <a:cs typeface="Arial"/>
              </a:defRPr>
            </a:lvl9pPr>
          </a:lstStyle>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OrgArchive</a:t>
            </a:r>
          </a:p>
        </p:txBody>
      </p:sp>
      <p:sp>
        <p:nvSpPr>
          <p:cNvPr id="5" name="">
            <a:extLst xmlns:a="http://schemas.openxmlformats.org/drawingml/2006/main">
              <a:ext uri="{FF2B5EF4-FFF2-40B4-BE49-F238E27FC236}">
                <a16:creationId xmlns:a16="http://schemas.microsoft.com/office/drawing/2014/main" id="{EFF29D18-12C3-465D-A8F8-1D2BF5F81921}"/>
              </a:ext>
            </a:extLst>
          </p:cNvPr>
          <p:cNvSpPr>
            <a:spLocks xmlns:a="http://schemas.openxmlformats.org/drawingml/2006/main" noGrp="1"/>
          </p:cNvSpPr>
          <p:nvPr/>
        </p:nvSpPr>
        <p:spPr>
          <a:xfrm xmlns:a="http://schemas.openxmlformats.org/drawingml/2006/main">
            <a:off x="11049000" y="629602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5D6872"/>
                </a:solidFill>
                <a:latin typeface="Arial"/>
                <a:ea typeface="Arial"/>
                <a:cs typeface="Arial"/>
              </a:defRPr>
            </a:defPPr>
            <a:lvl1pPr algn="r">
              <a:defRPr sz="1125" b="0">
                <a:solidFill>
                  <a:srgbClr val="5D6872"/>
                </a:solidFill>
                <a:latin typeface="Arial"/>
                <a:ea typeface="Arial"/>
                <a:cs typeface="Arial"/>
              </a:defRPr>
            </a:lvl1pPr>
            <a:lvl2pPr algn="r">
              <a:defRPr sz="1125" b="0">
                <a:solidFill>
                  <a:srgbClr val="5D6872"/>
                </a:solidFill>
                <a:latin typeface="Arial"/>
                <a:ea typeface="Arial"/>
                <a:cs typeface="Arial"/>
              </a:defRPr>
            </a:lvl2pPr>
            <a:lvl3pPr algn="r">
              <a:defRPr sz="1125" b="0">
                <a:solidFill>
                  <a:srgbClr val="5D6872"/>
                </a:solidFill>
                <a:latin typeface="Arial"/>
                <a:ea typeface="Arial"/>
                <a:cs typeface="Arial"/>
              </a:defRPr>
            </a:lvl3pPr>
            <a:lvl4pPr algn="r">
              <a:defRPr sz="1125" b="0">
                <a:solidFill>
                  <a:srgbClr val="5D6872"/>
                </a:solidFill>
                <a:latin typeface="Arial"/>
                <a:ea typeface="Arial"/>
                <a:cs typeface="Arial"/>
              </a:defRPr>
            </a:lvl4pPr>
            <a:lvl5pPr algn="r">
              <a:defRPr sz="1125" b="0">
                <a:solidFill>
                  <a:srgbClr val="5D6872"/>
                </a:solidFill>
                <a:latin typeface="Arial"/>
                <a:ea typeface="Arial"/>
                <a:cs typeface="Arial"/>
              </a:defRPr>
            </a:lvl5pPr>
            <a:lvl6pPr algn="r">
              <a:defRPr sz="1125" b="0">
                <a:solidFill>
                  <a:srgbClr val="5D6872"/>
                </a:solidFill>
                <a:latin typeface="Arial"/>
                <a:ea typeface="Arial"/>
                <a:cs typeface="Arial"/>
              </a:defRPr>
            </a:lvl6pPr>
            <a:lvl7pPr algn="r">
              <a:defRPr sz="1125" b="0">
                <a:solidFill>
                  <a:srgbClr val="5D6872"/>
                </a:solidFill>
                <a:latin typeface="Arial"/>
                <a:ea typeface="Arial"/>
                <a:cs typeface="Arial"/>
              </a:defRPr>
            </a:lvl7pPr>
            <a:lvl8pPr algn="r">
              <a:defRPr sz="1125" b="0">
                <a:solidFill>
                  <a:srgbClr val="5D6872"/>
                </a:solidFill>
                <a:latin typeface="Arial"/>
                <a:ea typeface="Arial"/>
                <a:cs typeface="Arial"/>
              </a:defRPr>
            </a:lvl8pPr>
            <a:lvl9pPr algn="r">
              <a:defRPr sz="1125" b="0">
                <a:solidFill>
                  <a:srgbClr val="5D6872"/>
                </a:solidFill>
                <a:latin typeface="Arial"/>
                <a:ea typeface="Arial"/>
                <a:cs typeface="Arial"/>
              </a:defRPr>
            </a:lvl9pPr>
          </a:lstStyle>
          <a:p xmlns:a="http://schemas.openxmlformats.org/drawingml/2006/main">
            <a:pPr algn="r">
              <a:defRPr sz="1125" b="0">
                <a:solidFill>
                  <a:srgbClr val="5D6872"/>
                </a:solidFill>
                <a:latin typeface="Arial"/>
                <a:ea typeface="Arial"/>
                <a:cs typeface="Arial"/>
              </a:defRPr>
            </a:pPr>
            <a:r>
              <a:rPr sz="1125" b="0">
                <a:solidFill>
                  <a:srgbClr val="5D6872"/>
                </a:solidFill>
                <a:latin typeface="Arial"/>
                <a:ea typeface="Arial"/>
                <a:cs typeface="Arial"/>
              </a:rPr>
              <a:t>03</a:t>
            </a:r>
          </a:p>
        </p:txBody>
      </p:sp>
      <p:sp>
        <p:nvSpPr>
          <p:cNvPr id="6" name="Request">
            <a:extLst xmlns:a="http://schemas.openxmlformats.org/drawingml/2006/main">
              <a:ext uri="{FF2B5EF4-FFF2-40B4-BE49-F238E27FC236}">
                <a16:creationId xmlns:a16="http://schemas.microsoft.com/office/drawing/2014/main" id="{99DC79C4-2B5A-4AFF-A88C-3582945FFB79}"/>
              </a:ext>
            </a:extLst>
          </p:cNvPr>
          <p:cNvSpPr>
            <a:spLocks xmlns:a="http://schemas.openxmlformats.org/drawingml/2006/main" noGrp="1"/>
          </p:cNvSpPr>
          <p:nvPr/>
        </p:nvSpPr>
        <p:spPr>
          <a:xfrm xmlns:a="http://schemas.openxmlformats.org/drawingml/2006/main">
            <a:off x="657225" y="2686050"/>
            <a:ext cx="1657350" cy="819150"/>
          </a:xfrm>
          <a:prstGeom xmlns:a="http://schemas.openxmlformats.org/drawingml/2006/main" prst="rect">
            <a:avLst/>
          </a:prstGeom>
          <a:solidFill xmlns:a="http://schemas.openxmlformats.org/drawingml/2006/main">
            <a:srgbClr val="F7F5F0"/>
          </a:solidFill>
          <a:ln xmlns:a="http://schemas.openxmlformats.org/drawingml/2006/main" w="14288">
            <a:solidFill>
              <a:srgbClr val="5D6872"/>
            </a:solidFill>
            <a:prstDash val="solid"/>
          </a:ln>
        </p:spPr>
      </p:sp>
      <p:sp>
        <p:nvSpPr>
          <p:cNvPr id="7" name="">
            <a:extLst xmlns:a="http://schemas.openxmlformats.org/drawingml/2006/main">
              <a:ext uri="{FF2B5EF4-FFF2-40B4-BE49-F238E27FC236}">
                <a16:creationId xmlns:a16="http://schemas.microsoft.com/office/drawing/2014/main" id="{C5563C96-0A2D-4839-BAD5-47912FFB2650}"/>
              </a:ext>
            </a:extLst>
          </p:cNvPr>
          <p:cNvSpPr>
            <a:spLocks xmlns:a="http://schemas.openxmlformats.org/drawingml/2006/main" noGrp="1"/>
          </p:cNvSpPr>
          <p:nvPr/>
        </p:nvSpPr>
        <p:spPr>
          <a:xfrm xmlns:a="http://schemas.openxmlformats.org/drawingml/2006/main">
            <a:off x="790575" y="2743200"/>
            <a:ext cx="1390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202935"/>
                </a:solidFill>
                <a:latin typeface="Arial"/>
                <a:ea typeface="Arial"/>
                <a:cs typeface="Arial"/>
              </a:defRPr>
            </a:defPPr>
            <a:lvl1pPr algn="ctr">
              <a:defRPr sz="1950" b="1">
                <a:solidFill>
                  <a:srgbClr val="202935"/>
                </a:solidFill>
                <a:latin typeface="Arial"/>
                <a:ea typeface="Arial"/>
                <a:cs typeface="Arial"/>
              </a:defRPr>
            </a:lvl1pPr>
            <a:lvl2pPr algn="ctr">
              <a:defRPr sz="1950" b="1">
                <a:solidFill>
                  <a:srgbClr val="202935"/>
                </a:solidFill>
                <a:latin typeface="Arial"/>
                <a:ea typeface="Arial"/>
                <a:cs typeface="Arial"/>
              </a:defRPr>
            </a:lvl2pPr>
            <a:lvl3pPr algn="ctr">
              <a:defRPr sz="1950" b="1">
                <a:solidFill>
                  <a:srgbClr val="202935"/>
                </a:solidFill>
                <a:latin typeface="Arial"/>
                <a:ea typeface="Arial"/>
                <a:cs typeface="Arial"/>
              </a:defRPr>
            </a:lvl3pPr>
            <a:lvl4pPr algn="ctr">
              <a:defRPr sz="1950" b="1">
                <a:solidFill>
                  <a:srgbClr val="202935"/>
                </a:solidFill>
                <a:latin typeface="Arial"/>
                <a:ea typeface="Arial"/>
                <a:cs typeface="Arial"/>
              </a:defRPr>
            </a:lvl4pPr>
            <a:lvl5pPr algn="ctr">
              <a:defRPr sz="1950" b="1">
                <a:solidFill>
                  <a:srgbClr val="202935"/>
                </a:solidFill>
                <a:latin typeface="Arial"/>
                <a:ea typeface="Arial"/>
                <a:cs typeface="Arial"/>
              </a:defRPr>
            </a:lvl5pPr>
            <a:lvl6pPr algn="ctr">
              <a:defRPr sz="1950" b="1">
                <a:solidFill>
                  <a:srgbClr val="202935"/>
                </a:solidFill>
                <a:latin typeface="Arial"/>
                <a:ea typeface="Arial"/>
                <a:cs typeface="Arial"/>
              </a:defRPr>
            </a:lvl6pPr>
            <a:lvl7pPr algn="ctr">
              <a:defRPr sz="1950" b="1">
                <a:solidFill>
                  <a:srgbClr val="202935"/>
                </a:solidFill>
                <a:latin typeface="Arial"/>
                <a:ea typeface="Arial"/>
                <a:cs typeface="Arial"/>
              </a:defRPr>
            </a:lvl7pPr>
            <a:lvl8pPr algn="ctr">
              <a:defRPr sz="1950" b="1">
                <a:solidFill>
                  <a:srgbClr val="202935"/>
                </a:solidFill>
                <a:latin typeface="Arial"/>
                <a:ea typeface="Arial"/>
                <a:cs typeface="Arial"/>
              </a:defRPr>
            </a:lvl8pPr>
            <a:lvl9pPr algn="ctr">
              <a:defRPr sz="1950" b="1">
                <a:solidFill>
                  <a:srgbClr val="202935"/>
                </a:solidFill>
                <a:latin typeface="Arial"/>
                <a:ea typeface="Arial"/>
                <a:cs typeface="Arial"/>
              </a:defRPr>
            </a:lvl9pPr>
          </a:lstStyle>
          <a:p xmlns:a="http://schemas.openxmlformats.org/drawingml/2006/main">
            <a:pPr algn="ctr">
              <a:defRPr sz="1950" b="1">
                <a:solidFill>
                  <a:srgbClr val="202935"/>
                </a:solidFill>
                <a:latin typeface="Arial"/>
                <a:ea typeface="Arial"/>
                <a:cs typeface="Arial"/>
              </a:defRPr>
            </a:pPr>
            <a:r>
              <a:rPr sz="1950" b="1">
                <a:solidFill>
                  <a:srgbClr val="202935"/>
                </a:solidFill>
                <a:latin typeface="Arial"/>
                <a:ea typeface="Arial"/>
                <a:cs typeface="Arial"/>
              </a:rPr>
              <a:t>Request</a:t>
            </a:r>
          </a:p>
        </p:txBody>
      </p:sp>
      <p:sp>
        <p:nvSpPr>
          <p:cNvPr id="8" name="SecurityConfig">
            <a:extLst xmlns:a="http://schemas.openxmlformats.org/drawingml/2006/main">
              <a:ext uri="{FF2B5EF4-FFF2-40B4-BE49-F238E27FC236}">
                <a16:creationId xmlns:a16="http://schemas.microsoft.com/office/drawing/2014/main" id="{F3082CFA-2410-4474-B329-40DD5386B4F3}"/>
              </a:ext>
            </a:extLst>
          </p:cNvPr>
          <p:cNvSpPr>
            <a:spLocks xmlns:a="http://schemas.openxmlformats.org/drawingml/2006/main" noGrp="1"/>
          </p:cNvSpPr>
          <p:nvPr/>
        </p:nvSpPr>
        <p:spPr>
          <a:xfrm xmlns:a="http://schemas.openxmlformats.org/drawingml/2006/main">
            <a:off x="2981325" y="1438275"/>
            <a:ext cx="3095625" cy="4019550"/>
          </a:xfrm>
          <a:prstGeom xmlns:a="http://schemas.openxmlformats.org/drawingml/2006/main" prst="rect">
            <a:avLst/>
          </a:prstGeom>
          <a:noFill xmlns:a="http://schemas.openxmlformats.org/drawingml/2006/main"/>
          <a:ln xmlns:a="http://schemas.openxmlformats.org/drawingml/2006/main" w="19050">
            <a:solidFill>
              <a:srgbClr val="5D6872"/>
            </a:solidFill>
            <a:prstDash val="solid"/>
          </a:ln>
        </p:spPr>
      </p:sp>
      <p:sp>
        <p:nvSpPr>
          <p:cNvPr id="9" name="">
            <a:extLst xmlns:a="http://schemas.openxmlformats.org/drawingml/2006/main">
              <a:ext uri="{FF2B5EF4-FFF2-40B4-BE49-F238E27FC236}">
                <a16:creationId xmlns:a16="http://schemas.microsoft.com/office/drawing/2014/main" id="{551A010B-D08B-479B-A411-595C7F8FD87C}"/>
              </a:ext>
            </a:extLst>
          </p:cNvPr>
          <p:cNvSpPr>
            <a:spLocks xmlns:a="http://schemas.openxmlformats.org/drawingml/2006/main" noGrp="1"/>
          </p:cNvSpPr>
          <p:nvPr/>
        </p:nvSpPr>
        <p:spPr>
          <a:xfrm xmlns:a="http://schemas.openxmlformats.org/drawingml/2006/main">
            <a:off x="3228975" y="1657350"/>
            <a:ext cx="2619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xmlns:a="http://schemas.openxmlformats.org/drawingml/2006/main">
            <a:pPr algn="l">
              <a:defRPr sz="2100" b="1">
                <a:solidFill>
                  <a:srgbClr val="202935"/>
                </a:solidFill>
                <a:latin typeface="Arial"/>
                <a:ea typeface="Arial"/>
                <a:cs typeface="Arial"/>
              </a:defRPr>
            </a:pPr>
            <a:r>
              <a:rPr sz="2100" b="1">
                <a:solidFill>
                  <a:srgbClr val="202935"/>
                </a:solidFill>
                <a:latin typeface="Arial"/>
                <a:ea typeface="Arial"/>
                <a:cs typeface="Arial"/>
              </a:rPr>
              <a:t>SecurityConfig</a:t>
            </a:r>
          </a:p>
        </p:txBody>
      </p:sp>
      <p:sp>
        <p:nvSpPr>
          <p:cNvPr id="10" name="">
            <a:extLst xmlns:a="http://schemas.openxmlformats.org/drawingml/2006/main">
              <a:ext uri="{FF2B5EF4-FFF2-40B4-BE49-F238E27FC236}">
                <a16:creationId xmlns:a16="http://schemas.microsoft.com/office/drawing/2014/main" id="{B5A5104E-E870-441C-9518-106BC1B0247A}"/>
              </a:ext>
            </a:extLst>
          </p:cNvPr>
          <p:cNvSpPr>
            <a:spLocks xmlns:a="http://schemas.openxmlformats.org/drawingml/2006/main" noGrp="1"/>
          </p:cNvSpPr>
          <p:nvPr/>
        </p:nvSpPr>
        <p:spPr>
          <a:xfrm xmlns:a="http://schemas.openxmlformats.org/drawingml/2006/main">
            <a:off x="3228975" y="213360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D6872"/>
                </a:solidFill>
                <a:latin typeface="Arial"/>
                <a:ea typeface="Arial"/>
                <a:cs typeface="Arial"/>
              </a:defRPr>
            </a:defPPr>
            <a:lvl1pPr algn="l">
              <a:defRPr sz="1500" b="0">
                <a:solidFill>
                  <a:srgbClr val="5D6872"/>
                </a:solidFill>
                <a:latin typeface="Arial"/>
                <a:ea typeface="Arial"/>
                <a:cs typeface="Arial"/>
              </a:defRPr>
            </a:lvl1pPr>
            <a:lvl2pPr algn="l">
              <a:defRPr sz="1500" b="0">
                <a:solidFill>
                  <a:srgbClr val="5D6872"/>
                </a:solidFill>
                <a:latin typeface="Arial"/>
                <a:ea typeface="Arial"/>
                <a:cs typeface="Arial"/>
              </a:defRPr>
            </a:lvl2pPr>
            <a:lvl3pPr algn="l">
              <a:defRPr sz="1500" b="0">
                <a:solidFill>
                  <a:srgbClr val="5D6872"/>
                </a:solidFill>
                <a:latin typeface="Arial"/>
                <a:ea typeface="Arial"/>
                <a:cs typeface="Arial"/>
              </a:defRPr>
            </a:lvl3pPr>
            <a:lvl4pPr algn="l">
              <a:defRPr sz="1500" b="0">
                <a:solidFill>
                  <a:srgbClr val="5D6872"/>
                </a:solidFill>
                <a:latin typeface="Arial"/>
                <a:ea typeface="Arial"/>
                <a:cs typeface="Arial"/>
              </a:defRPr>
            </a:lvl4pPr>
            <a:lvl5pPr algn="l">
              <a:defRPr sz="1500" b="0">
                <a:solidFill>
                  <a:srgbClr val="5D6872"/>
                </a:solidFill>
                <a:latin typeface="Arial"/>
                <a:ea typeface="Arial"/>
                <a:cs typeface="Arial"/>
              </a:defRPr>
            </a:lvl5pPr>
            <a:lvl6pPr algn="l">
              <a:defRPr sz="1500" b="0">
                <a:solidFill>
                  <a:srgbClr val="5D6872"/>
                </a:solidFill>
                <a:latin typeface="Arial"/>
                <a:ea typeface="Arial"/>
                <a:cs typeface="Arial"/>
              </a:defRPr>
            </a:lvl6pPr>
            <a:lvl7pPr algn="l">
              <a:defRPr sz="1500" b="0">
                <a:solidFill>
                  <a:srgbClr val="5D6872"/>
                </a:solidFill>
                <a:latin typeface="Arial"/>
                <a:ea typeface="Arial"/>
                <a:cs typeface="Arial"/>
              </a:defRPr>
            </a:lvl7pPr>
            <a:lvl8pPr algn="l">
              <a:defRPr sz="1500" b="0">
                <a:solidFill>
                  <a:srgbClr val="5D6872"/>
                </a:solidFill>
                <a:latin typeface="Arial"/>
                <a:ea typeface="Arial"/>
                <a:cs typeface="Arial"/>
              </a:defRPr>
            </a:lvl8pPr>
            <a:lvl9pPr algn="l">
              <a:defRPr sz="1500" b="0">
                <a:solidFill>
                  <a:srgbClr val="5D6872"/>
                </a:solidFill>
                <a:latin typeface="Arial"/>
                <a:ea typeface="Arial"/>
                <a:cs typeface="Arial"/>
              </a:defRPr>
            </a:lvl9pPr>
          </a:lstStyle>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HTTP Basic</a:t>
            </a:r>
          </a:p>
        </p:txBody>
      </p:sp>
      <p:sp>
        <p:nvSpPr>
          <p:cNvPr id="11" name="">
            <a:extLst xmlns:a="http://schemas.openxmlformats.org/drawingml/2006/main">
              <a:ext uri="{FF2B5EF4-FFF2-40B4-BE49-F238E27FC236}">
                <a16:creationId xmlns:a16="http://schemas.microsoft.com/office/drawing/2014/main" id="{3EDD4908-5119-4A5C-9EA8-5942DC0992EF}"/>
              </a:ext>
            </a:extLst>
          </p:cNvPr>
          <p:cNvSpPr>
            <a:spLocks xmlns:a="http://schemas.openxmlformats.org/drawingml/2006/main" noGrp="1"/>
          </p:cNvSpPr>
          <p:nvPr/>
        </p:nvSpPr>
        <p:spPr>
          <a:xfrm xmlns:a="http://schemas.openxmlformats.org/drawingml/2006/main">
            <a:off x="3219450" y="2581275"/>
            <a:ext cx="2619375" cy="0"/>
          </a:xfrm>
          <a:prstGeom xmlns:a="http://schemas.openxmlformats.org/drawingml/2006/main" prst="line">
            <a:avLst/>
          </a:prstGeom>
          <a:ln xmlns:a="http://schemas.openxmlformats.org/drawingml/2006/main" w="13335">
            <a:solidFill>
              <a:srgbClr val="E7E1D7"/>
            </a:solidFill>
            <a:prstDash val="solid"/>
          </a:ln>
        </p:spPr>
      </p:sp>
      <p:sp>
        <p:nvSpPr>
          <p:cNvPr id="12" name="">
            <a:extLst xmlns:a="http://schemas.openxmlformats.org/drawingml/2006/main">
              <a:ext uri="{FF2B5EF4-FFF2-40B4-BE49-F238E27FC236}">
                <a16:creationId xmlns:a16="http://schemas.microsoft.com/office/drawing/2014/main" id="{6B8A0D19-B4C4-478E-9456-B1DA4B92CBD9}"/>
              </a:ext>
            </a:extLst>
          </p:cNvPr>
          <p:cNvSpPr>
            <a:spLocks xmlns:a="http://schemas.openxmlformats.org/drawingml/2006/main" noGrp="1"/>
          </p:cNvSpPr>
          <p:nvPr/>
        </p:nvSpPr>
        <p:spPr>
          <a:xfrm xmlns:a="http://schemas.openxmlformats.org/drawingml/2006/main">
            <a:off x="3228975" y="2790825"/>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32765C"/>
                </a:solidFill>
                <a:latin typeface="Arial"/>
                <a:ea typeface="Arial"/>
                <a:cs typeface="Arial"/>
              </a:defRPr>
            </a:defPPr>
            <a:lvl1pPr algn="l">
              <a:defRPr sz="1575" b="1">
                <a:solidFill>
                  <a:srgbClr val="32765C"/>
                </a:solidFill>
                <a:latin typeface="Arial"/>
                <a:ea typeface="Arial"/>
                <a:cs typeface="Arial"/>
              </a:defRPr>
            </a:lvl1pPr>
            <a:lvl2pPr algn="l">
              <a:defRPr sz="1575" b="1">
                <a:solidFill>
                  <a:srgbClr val="32765C"/>
                </a:solidFill>
                <a:latin typeface="Arial"/>
                <a:ea typeface="Arial"/>
                <a:cs typeface="Arial"/>
              </a:defRPr>
            </a:lvl2pPr>
            <a:lvl3pPr algn="l">
              <a:defRPr sz="1575" b="1">
                <a:solidFill>
                  <a:srgbClr val="32765C"/>
                </a:solidFill>
                <a:latin typeface="Arial"/>
                <a:ea typeface="Arial"/>
                <a:cs typeface="Arial"/>
              </a:defRPr>
            </a:lvl3pPr>
            <a:lvl4pPr algn="l">
              <a:defRPr sz="1575" b="1">
                <a:solidFill>
                  <a:srgbClr val="32765C"/>
                </a:solidFill>
                <a:latin typeface="Arial"/>
                <a:ea typeface="Arial"/>
                <a:cs typeface="Arial"/>
              </a:defRPr>
            </a:lvl4pPr>
            <a:lvl5pPr algn="l">
              <a:defRPr sz="1575" b="1">
                <a:solidFill>
                  <a:srgbClr val="32765C"/>
                </a:solidFill>
                <a:latin typeface="Arial"/>
                <a:ea typeface="Arial"/>
                <a:cs typeface="Arial"/>
              </a:defRPr>
            </a:lvl5pPr>
            <a:lvl6pPr algn="l">
              <a:defRPr sz="1575" b="1">
                <a:solidFill>
                  <a:srgbClr val="32765C"/>
                </a:solidFill>
                <a:latin typeface="Arial"/>
                <a:ea typeface="Arial"/>
                <a:cs typeface="Arial"/>
              </a:defRPr>
            </a:lvl6pPr>
            <a:lvl7pPr algn="l">
              <a:defRPr sz="1575" b="1">
                <a:solidFill>
                  <a:srgbClr val="32765C"/>
                </a:solidFill>
                <a:latin typeface="Arial"/>
                <a:ea typeface="Arial"/>
                <a:cs typeface="Arial"/>
              </a:defRPr>
            </a:lvl7pPr>
            <a:lvl8pPr algn="l">
              <a:defRPr sz="1575" b="1">
                <a:solidFill>
                  <a:srgbClr val="32765C"/>
                </a:solidFill>
                <a:latin typeface="Arial"/>
                <a:ea typeface="Arial"/>
                <a:cs typeface="Arial"/>
              </a:defRPr>
            </a:lvl8pPr>
            <a:lvl9pPr algn="l">
              <a:defRPr sz="1575" b="1">
                <a:solidFill>
                  <a:srgbClr val="32765C"/>
                </a:solidFill>
                <a:latin typeface="Arial"/>
                <a:ea typeface="Arial"/>
                <a:cs typeface="Arial"/>
              </a:defRPr>
            </a:lvl9pPr>
          </a:lstStyle>
          <a:p xmlns:a="http://schemas.openxmlformats.org/drawingml/2006/main">
            <a:pPr algn="l">
              <a:defRPr sz="1575" b="1">
                <a:solidFill>
                  <a:srgbClr val="32765C"/>
                </a:solidFill>
                <a:latin typeface="Arial"/>
                <a:ea typeface="Arial"/>
                <a:cs typeface="Arial"/>
              </a:defRPr>
            </a:pPr>
            <a:r>
              <a:rPr sz="1575" b="1">
                <a:solidFill>
                  <a:srgbClr val="32765C"/>
                </a:solidFill>
                <a:latin typeface="Arial"/>
                <a:ea typeface="Arial"/>
                <a:cs typeface="Arial"/>
              </a:rPr>
              <a:t>permitAll</a:t>
            </a:r>
          </a:p>
        </p:txBody>
      </p:sp>
      <p:sp>
        <p:nvSpPr>
          <p:cNvPr id="13" name="">
            <a:extLst xmlns:a="http://schemas.openxmlformats.org/drawingml/2006/main">
              <a:ext uri="{FF2B5EF4-FFF2-40B4-BE49-F238E27FC236}">
                <a16:creationId xmlns:a16="http://schemas.microsoft.com/office/drawing/2014/main" id="{1FF3447B-2C9A-4975-942E-03F5E3EEBD01}"/>
              </a:ext>
            </a:extLst>
          </p:cNvPr>
          <p:cNvSpPr>
            <a:spLocks xmlns:a="http://schemas.openxmlformats.org/drawingml/2006/main" noGrp="1"/>
          </p:cNvSpPr>
          <p:nvPr/>
        </p:nvSpPr>
        <p:spPr>
          <a:xfrm xmlns:a="http://schemas.openxmlformats.org/drawingml/2006/main">
            <a:off x="3228975" y="3114675"/>
            <a:ext cx="2609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02935"/>
                </a:solidFill>
                <a:latin typeface="Arial"/>
                <a:ea typeface="Arial"/>
                <a:cs typeface="Arial"/>
              </a:defRPr>
            </a:defPPr>
            <a:lvl1pPr algn="l">
              <a:defRPr sz="1575" b="0">
                <a:solidFill>
                  <a:srgbClr val="202935"/>
                </a:solidFill>
                <a:latin typeface="Arial"/>
                <a:ea typeface="Arial"/>
                <a:cs typeface="Arial"/>
              </a:defRPr>
            </a:lvl1pPr>
            <a:lvl2pPr algn="l">
              <a:defRPr sz="1575" b="0">
                <a:solidFill>
                  <a:srgbClr val="202935"/>
                </a:solidFill>
                <a:latin typeface="Arial"/>
                <a:ea typeface="Arial"/>
                <a:cs typeface="Arial"/>
              </a:defRPr>
            </a:lvl2pPr>
            <a:lvl3pPr algn="l">
              <a:defRPr sz="1575" b="0">
                <a:solidFill>
                  <a:srgbClr val="202935"/>
                </a:solidFill>
                <a:latin typeface="Arial"/>
                <a:ea typeface="Arial"/>
                <a:cs typeface="Arial"/>
              </a:defRPr>
            </a:lvl3pPr>
            <a:lvl4pPr algn="l">
              <a:defRPr sz="1575" b="0">
                <a:solidFill>
                  <a:srgbClr val="202935"/>
                </a:solidFill>
                <a:latin typeface="Arial"/>
                <a:ea typeface="Arial"/>
                <a:cs typeface="Arial"/>
              </a:defRPr>
            </a:lvl4pPr>
            <a:lvl5pPr algn="l">
              <a:defRPr sz="1575" b="0">
                <a:solidFill>
                  <a:srgbClr val="202935"/>
                </a:solidFill>
                <a:latin typeface="Arial"/>
                <a:ea typeface="Arial"/>
                <a:cs typeface="Arial"/>
              </a:defRPr>
            </a:lvl5pPr>
            <a:lvl6pPr algn="l">
              <a:defRPr sz="1575" b="0">
                <a:solidFill>
                  <a:srgbClr val="202935"/>
                </a:solidFill>
                <a:latin typeface="Arial"/>
                <a:ea typeface="Arial"/>
                <a:cs typeface="Arial"/>
              </a:defRPr>
            </a:lvl6pPr>
            <a:lvl7pPr algn="l">
              <a:defRPr sz="1575" b="0">
                <a:solidFill>
                  <a:srgbClr val="202935"/>
                </a:solidFill>
                <a:latin typeface="Arial"/>
                <a:ea typeface="Arial"/>
                <a:cs typeface="Arial"/>
              </a:defRPr>
            </a:lvl7pPr>
            <a:lvl8pPr algn="l">
              <a:defRPr sz="1575" b="0">
                <a:solidFill>
                  <a:srgbClr val="202935"/>
                </a:solidFill>
                <a:latin typeface="Arial"/>
                <a:ea typeface="Arial"/>
                <a:cs typeface="Arial"/>
              </a:defRPr>
            </a:lvl8pPr>
            <a:lvl9pPr algn="l">
              <a:defRPr sz="1575" b="0">
                <a:solidFill>
                  <a:srgbClr val="202935"/>
                </a:solidFill>
                <a:latin typeface="Arial"/>
                <a:ea typeface="Arial"/>
                <a:cs typeface="Arial"/>
              </a:defRPr>
            </a:lvl9pPr>
          </a:lstStyle>
          <a:p xmlns:a="http://schemas.openxmlformats.org/drawingml/2006/main">
            <a:pPr algn="l">
              <a:defRPr sz="1575" b="0">
                <a:solidFill>
                  <a:srgbClr val="202935"/>
                </a:solidFill>
                <a:latin typeface="Arial"/>
                <a:ea typeface="Arial"/>
                <a:cs typeface="Arial"/>
              </a:defRPr>
            </a:pPr>
            <a:r>
              <a:rPr sz="1575" b="0">
                <a:solidFill>
                  <a:srgbClr val="202935"/>
                </a:solidFill>
                <a:latin typeface="Arial"/>
                <a:ea typeface="Arial"/>
                <a:cs typeface="Arial"/>
              </a:rPr>
              <a:t>/signup</a:t>
            </a:r>
          </a:p>
          <a:p xmlns:a="http://schemas.openxmlformats.org/drawingml/2006/main">
            <a:pPr algn="l">
              <a:defRPr sz="1575" b="0">
                <a:solidFill>
                  <a:srgbClr val="202935"/>
                </a:solidFill>
                <a:latin typeface="Arial"/>
                <a:ea typeface="Arial"/>
                <a:cs typeface="Arial"/>
              </a:defRPr>
            </a:pPr>
            <a:r>
              <a:rPr sz="1575" b="0">
                <a:solidFill>
                  <a:srgbClr val="202935"/>
                </a:solidFill>
                <a:latin typeface="Arial"/>
                <a:ea typeface="Arial"/>
                <a:cs typeface="Arial"/>
              </a:rPr>
              <a:t>/v3/api-docs</a:t>
            </a:r>
          </a:p>
        </p:txBody>
      </p:sp>
      <p:sp>
        <p:nvSpPr>
          <p:cNvPr id="14" name="">
            <a:extLst xmlns:a="http://schemas.openxmlformats.org/drawingml/2006/main">
              <a:ext uri="{FF2B5EF4-FFF2-40B4-BE49-F238E27FC236}">
                <a16:creationId xmlns:a16="http://schemas.microsoft.com/office/drawing/2014/main" id="{5B7DBACA-F24F-46AB-AD19-2549EE0FB98C}"/>
              </a:ext>
            </a:extLst>
          </p:cNvPr>
          <p:cNvSpPr>
            <a:spLocks xmlns:a="http://schemas.openxmlformats.org/drawingml/2006/main" noGrp="1"/>
          </p:cNvSpPr>
          <p:nvPr/>
        </p:nvSpPr>
        <p:spPr>
          <a:xfrm xmlns:a="http://schemas.openxmlformats.org/drawingml/2006/main">
            <a:off x="3219450" y="3914775"/>
            <a:ext cx="2619375" cy="0"/>
          </a:xfrm>
          <a:prstGeom xmlns:a="http://schemas.openxmlformats.org/drawingml/2006/main" prst="line">
            <a:avLst/>
          </a:prstGeom>
          <a:ln xmlns:a="http://schemas.openxmlformats.org/drawingml/2006/main" w="13335">
            <a:solidFill>
              <a:srgbClr val="E7E1D7"/>
            </a:solidFill>
            <a:prstDash val="solid"/>
          </a:ln>
        </p:spPr>
      </p:sp>
      <p:sp>
        <p:nvSpPr>
          <p:cNvPr id="15" name="">
            <a:extLst xmlns:a="http://schemas.openxmlformats.org/drawingml/2006/main">
              <a:ext uri="{FF2B5EF4-FFF2-40B4-BE49-F238E27FC236}">
                <a16:creationId xmlns:a16="http://schemas.microsoft.com/office/drawing/2014/main" id="{8D88E3EA-A9E1-4979-8FDC-D84ACC71FD1E}"/>
              </a:ext>
            </a:extLst>
          </p:cNvPr>
          <p:cNvSpPr>
            <a:spLocks xmlns:a="http://schemas.openxmlformats.org/drawingml/2006/main" noGrp="1"/>
          </p:cNvSpPr>
          <p:nvPr/>
        </p:nvSpPr>
        <p:spPr>
          <a:xfrm xmlns:a="http://schemas.openxmlformats.org/drawingml/2006/main">
            <a:off x="3228975" y="41338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authenticated</a:t>
            </a:r>
          </a:p>
        </p:txBody>
      </p:sp>
      <p:sp>
        <p:nvSpPr>
          <p:cNvPr id="16" name="">
            <a:extLst xmlns:a="http://schemas.openxmlformats.org/drawingml/2006/main">
              <a:ext uri="{FF2B5EF4-FFF2-40B4-BE49-F238E27FC236}">
                <a16:creationId xmlns:a16="http://schemas.microsoft.com/office/drawing/2014/main" id="{973AA24E-3F13-47DE-A44E-55BF8B1AC7E5}"/>
              </a:ext>
            </a:extLst>
          </p:cNvPr>
          <p:cNvSpPr>
            <a:spLocks xmlns:a="http://schemas.openxmlformats.org/drawingml/2006/main" noGrp="1"/>
          </p:cNvSpPr>
          <p:nvPr/>
        </p:nvSpPr>
        <p:spPr>
          <a:xfrm xmlns:a="http://schemas.openxmlformats.org/drawingml/2006/main">
            <a:off x="3228975" y="4438650"/>
            <a:ext cx="26098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202935"/>
                </a:solidFill>
                <a:latin typeface="Arial"/>
                <a:ea typeface="Arial"/>
                <a:cs typeface="Arial"/>
              </a:defRPr>
            </a:defPPr>
            <a:lvl1pPr algn="l">
              <a:defRPr sz="1500" b="0">
                <a:solidFill>
                  <a:srgbClr val="202935"/>
                </a:solidFill>
                <a:latin typeface="Arial"/>
                <a:ea typeface="Arial"/>
                <a:cs typeface="Arial"/>
              </a:defRPr>
            </a:lvl1pPr>
            <a:lvl2pPr algn="l">
              <a:defRPr sz="1500" b="0">
                <a:solidFill>
                  <a:srgbClr val="202935"/>
                </a:solidFill>
                <a:latin typeface="Arial"/>
                <a:ea typeface="Arial"/>
                <a:cs typeface="Arial"/>
              </a:defRPr>
            </a:lvl2pPr>
            <a:lvl3pPr algn="l">
              <a:defRPr sz="1500" b="0">
                <a:solidFill>
                  <a:srgbClr val="202935"/>
                </a:solidFill>
                <a:latin typeface="Arial"/>
                <a:ea typeface="Arial"/>
                <a:cs typeface="Arial"/>
              </a:defRPr>
            </a:lvl3pPr>
            <a:lvl4pPr algn="l">
              <a:defRPr sz="1500" b="0">
                <a:solidFill>
                  <a:srgbClr val="202935"/>
                </a:solidFill>
                <a:latin typeface="Arial"/>
                <a:ea typeface="Arial"/>
                <a:cs typeface="Arial"/>
              </a:defRPr>
            </a:lvl4pPr>
            <a:lvl5pPr algn="l">
              <a:defRPr sz="1500" b="0">
                <a:solidFill>
                  <a:srgbClr val="202935"/>
                </a:solidFill>
                <a:latin typeface="Arial"/>
                <a:ea typeface="Arial"/>
                <a:cs typeface="Arial"/>
              </a:defRPr>
            </a:lvl5pPr>
            <a:lvl6pPr algn="l">
              <a:defRPr sz="1500" b="0">
                <a:solidFill>
                  <a:srgbClr val="202935"/>
                </a:solidFill>
                <a:latin typeface="Arial"/>
                <a:ea typeface="Arial"/>
                <a:cs typeface="Arial"/>
              </a:defRPr>
            </a:lvl6pPr>
            <a:lvl7pPr algn="l">
              <a:defRPr sz="1500" b="0">
                <a:solidFill>
                  <a:srgbClr val="202935"/>
                </a:solidFill>
                <a:latin typeface="Arial"/>
                <a:ea typeface="Arial"/>
                <a:cs typeface="Arial"/>
              </a:defRPr>
            </a:lvl7pPr>
            <a:lvl8pPr algn="l">
              <a:defRPr sz="1500" b="0">
                <a:solidFill>
                  <a:srgbClr val="202935"/>
                </a:solidFill>
                <a:latin typeface="Arial"/>
                <a:ea typeface="Arial"/>
                <a:cs typeface="Arial"/>
              </a:defRPr>
            </a:lvl8pPr>
            <a:lvl9pPr algn="l">
              <a:defRPr sz="1500" b="0">
                <a:solidFill>
                  <a:srgbClr val="202935"/>
                </a:solidFill>
                <a:latin typeface="Arial"/>
                <a:ea typeface="Arial"/>
                <a:cs typeface="Arial"/>
              </a:defRPr>
            </a:lvl9pPr>
          </a:lstStyle>
          <a:p xmlns:a="http://schemas.openxmlformats.org/drawingml/2006/main">
            <a:pPr algn="l">
              <a:defRPr sz="1500" b="0">
                <a:solidFill>
                  <a:srgbClr val="202935"/>
                </a:solidFill>
                <a:latin typeface="Arial"/>
                <a:ea typeface="Arial"/>
                <a:cs typeface="Arial"/>
              </a:defRPr>
            </a:pPr>
            <a:r>
              <a:rPr sz="1500" b="0">
                <a:solidFill>
                  <a:srgbClr val="202935"/>
                </a:solidFill>
                <a:latin typeface="Arial"/>
                <a:ea typeface="Arial"/>
                <a:cs typeface="Arial"/>
              </a:rPr>
              <a:t>/users · /organizations</a:t>
            </a:r>
          </a:p>
          <a:p xmlns:a="http://schemas.openxmlformats.org/drawingml/2006/main">
            <a:pPr algn="l">
              <a:defRPr sz="1500" b="0">
                <a:solidFill>
                  <a:srgbClr val="202935"/>
                </a:solidFill>
                <a:latin typeface="Arial"/>
                <a:ea typeface="Arial"/>
                <a:cs typeface="Arial"/>
              </a:defRPr>
            </a:pPr>
            <a:r>
              <a:rPr sz="1500" b="0">
                <a:solidFill>
                  <a:srgbClr val="202935"/>
                </a:solidFill>
                <a:latin typeface="Arial"/>
                <a:ea typeface="Arial"/>
                <a:cs typeface="Arial"/>
              </a:rPr>
              <a:t>/documents/**</a:t>
            </a:r>
          </a:p>
        </p:txBody>
      </p:sp>
      <p:sp>
        <p:nvSpPr>
          <p:cNvPr id="17" name="Admin role contract">
            <a:extLst xmlns:a="http://schemas.openxmlformats.org/drawingml/2006/main">
              <a:ext uri="{FF2B5EF4-FFF2-40B4-BE49-F238E27FC236}">
                <a16:creationId xmlns:a16="http://schemas.microsoft.com/office/drawing/2014/main" id="{9798910A-F601-46A3-8098-041DAA2B6E33}"/>
              </a:ext>
            </a:extLst>
          </p:cNvPr>
          <p:cNvSpPr>
            <a:spLocks xmlns:a="http://schemas.openxmlformats.org/drawingml/2006/main" noGrp="1"/>
          </p:cNvSpPr>
          <p:nvPr/>
        </p:nvSpPr>
        <p:spPr>
          <a:xfrm xmlns:a="http://schemas.openxmlformats.org/drawingml/2006/main">
            <a:off x="6972300" y="1438275"/>
            <a:ext cx="4381500" cy="1571625"/>
          </a:xfrm>
          <a:prstGeom xmlns:a="http://schemas.openxmlformats.org/drawingml/2006/main" prst="rect">
            <a:avLst/>
          </a:prstGeom>
          <a:noFill xmlns:a="http://schemas.openxmlformats.org/drawingml/2006/main"/>
          <a:ln xmlns:a="http://schemas.openxmlformats.org/drawingml/2006/main" w="19050">
            <a:solidFill>
              <a:srgbClr val="C55A2B"/>
            </a:solidFill>
            <a:prstDash val="solid"/>
          </a:ln>
        </p:spPr>
      </p:sp>
      <p:sp>
        <p:nvSpPr>
          <p:cNvPr id="18" name="">
            <a:extLst xmlns:a="http://schemas.openxmlformats.org/drawingml/2006/main">
              <a:ext uri="{FF2B5EF4-FFF2-40B4-BE49-F238E27FC236}">
                <a16:creationId xmlns:a16="http://schemas.microsoft.com/office/drawing/2014/main" id="{1A6739BC-E451-43AE-8AEF-F1A327598B7C}"/>
              </a:ext>
            </a:extLst>
          </p:cNvPr>
          <p:cNvSpPr>
            <a:spLocks xmlns:a="http://schemas.openxmlformats.org/drawingml/2006/main" noGrp="1"/>
          </p:cNvSpPr>
          <p:nvPr/>
        </p:nvSpPr>
        <p:spPr>
          <a:xfrm xmlns:a="http://schemas.openxmlformats.org/drawingml/2006/main">
            <a:off x="7200900" y="1628775"/>
            <a:ext cx="3943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02935"/>
                </a:solidFill>
                <a:latin typeface="Arial"/>
                <a:ea typeface="Arial"/>
                <a:cs typeface="Arial"/>
              </a:defRPr>
            </a:defPPr>
            <a:lvl1pPr algn="l">
              <a:defRPr sz="1875" b="1">
                <a:solidFill>
                  <a:srgbClr val="202935"/>
                </a:solidFill>
                <a:latin typeface="Arial"/>
                <a:ea typeface="Arial"/>
                <a:cs typeface="Arial"/>
              </a:defRPr>
            </a:lvl1pPr>
            <a:lvl2pPr algn="l">
              <a:defRPr sz="1875" b="1">
                <a:solidFill>
                  <a:srgbClr val="202935"/>
                </a:solidFill>
                <a:latin typeface="Arial"/>
                <a:ea typeface="Arial"/>
                <a:cs typeface="Arial"/>
              </a:defRPr>
            </a:lvl2pPr>
            <a:lvl3pPr algn="l">
              <a:defRPr sz="1875" b="1">
                <a:solidFill>
                  <a:srgbClr val="202935"/>
                </a:solidFill>
                <a:latin typeface="Arial"/>
                <a:ea typeface="Arial"/>
                <a:cs typeface="Arial"/>
              </a:defRPr>
            </a:lvl3pPr>
            <a:lvl4pPr algn="l">
              <a:defRPr sz="1875" b="1">
                <a:solidFill>
                  <a:srgbClr val="202935"/>
                </a:solidFill>
                <a:latin typeface="Arial"/>
                <a:ea typeface="Arial"/>
                <a:cs typeface="Arial"/>
              </a:defRPr>
            </a:lvl4pPr>
            <a:lvl5pPr algn="l">
              <a:defRPr sz="1875" b="1">
                <a:solidFill>
                  <a:srgbClr val="202935"/>
                </a:solidFill>
                <a:latin typeface="Arial"/>
                <a:ea typeface="Arial"/>
                <a:cs typeface="Arial"/>
              </a:defRPr>
            </a:lvl5pPr>
            <a:lvl6pPr algn="l">
              <a:defRPr sz="1875" b="1">
                <a:solidFill>
                  <a:srgbClr val="202935"/>
                </a:solidFill>
                <a:latin typeface="Arial"/>
                <a:ea typeface="Arial"/>
                <a:cs typeface="Arial"/>
              </a:defRPr>
            </a:lvl6pPr>
            <a:lvl7pPr algn="l">
              <a:defRPr sz="1875" b="1">
                <a:solidFill>
                  <a:srgbClr val="202935"/>
                </a:solidFill>
                <a:latin typeface="Arial"/>
                <a:ea typeface="Arial"/>
                <a:cs typeface="Arial"/>
              </a:defRPr>
            </a:lvl7pPr>
            <a:lvl8pPr algn="l">
              <a:defRPr sz="1875" b="1">
                <a:solidFill>
                  <a:srgbClr val="202935"/>
                </a:solidFill>
                <a:latin typeface="Arial"/>
                <a:ea typeface="Arial"/>
                <a:cs typeface="Arial"/>
              </a:defRPr>
            </a:lvl8pPr>
            <a:lvl9pPr algn="l">
              <a:defRPr sz="1875" b="1">
                <a:solidFill>
                  <a:srgbClr val="202935"/>
                </a:solidFill>
                <a:latin typeface="Arial"/>
                <a:ea typeface="Arial"/>
                <a:cs typeface="Arial"/>
              </a:defRPr>
            </a:lvl9pPr>
          </a:lstStyle>
          <a:p xmlns:a="http://schemas.openxmlformats.org/drawingml/2006/main">
            <a:pPr algn="l">
              <a:defRPr sz="1875" b="1">
                <a:solidFill>
                  <a:srgbClr val="202935"/>
                </a:solidFill>
                <a:latin typeface="Arial"/>
                <a:ea typeface="Arial"/>
                <a:cs typeface="Arial"/>
              </a:defRPr>
            </a:pPr>
            <a:r>
              <a:rPr sz="1875" b="1">
                <a:solidFill>
                  <a:srgbClr val="202935"/>
                </a:solidFill>
                <a:latin typeface="Arial"/>
                <a:ea typeface="Arial"/>
                <a:cs typeface="Arial"/>
              </a:rPr>
              <a:t>AdminRoleSecurityContract</a:t>
            </a:r>
          </a:p>
        </p:txBody>
      </p:sp>
      <p:sp>
        <p:nvSpPr>
          <p:cNvPr id="19" name="">
            <a:extLst xmlns:a="http://schemas.openxmlformats.org/drawingml/2006/main">
              <a:ext uri="{FF2B5EF4-FFF2-40B4-BE49-F238E27FC236}">
                <a16:creationId xmlns:a16="http://schemas.microsoft.com/office/drawing/2014/main" id="{522B488C-EA47-4E5D-BC8E-4A328E1F0493}"/>
              </a:ext>
            </a:extLst>
          </p:cNvPr>
          <p:cNvSpPr>
            <a:spLocks xmlns:a="http://schemas.openxmlformats.org/drawingml/2006/main" noGrp="1"/>
          </p:cNvSpPr>
          <p:nvPr/>
        </p:nvSpPr>
        <p:spPr>
          <a:xfrm xmlns:a="http://schemas.openxmlformats.org/drawingml/2006/main">
            <a:off x="7200900" y="2066925"/>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hasRole('ADMIN')</a:t>
            </a:r>
          </a:p>
        </p:txBody>
      </p:sp>
      <p:sp>
        <p:nvSpPr>
          <p:cNvPr id="20" name="">
            <a:extLst xmlns:a="http://schemas.openxmlformats.org/drawingml/2006/main">
              <a:ext uri="{FF2B5EF4-FFF2-40B4-BE49-F238E27FC236}">
                <a16:creationId xmlns:a16="http://schemas.microsoft.com/office/drawing/2014/main" id="{07DBB409-3502-4D2D-A345-06B6855A7CDD}"/>
              </a:ext>
            </a:extLst>
          </p:cNvPr>
          <p:cNvSpPr>
            <a:spLocks xmlns:a="http://schemas.openxmlformats.org/drawingml/2006/main" noGrp="1"/>
          </p:cNvSpPr>
          <p:nvPr/>
        </p:nvSpPr>
        <p:spPr>
          <a:xfrm xmlns:a="http://schemas.openxmlformats.org/drawingml/2006/main">
            <a:off x="7200900" y="2505075"/>
            <a:ext cx="3943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UserController · OrganizationController</a:t>
            </a:r>
          </a:p>
        </p:txBody>
      </p:sp>
      <p:sp>
        <p:nvSpPr>
          <p:cNvPr id="21" name="Document security">
            <a:extLst xmlns:a="http://schemas.openxmlformats.org/drawingml/2006/main">
              <a:ext uri="{FF2B5EF4-FFF2-40B4-BE49-F238E27FC236}">
                <a16:creationId xmlns:a16="http://schemas.microsoft.com/office/drawing/2014/main" id="{75222E20-5384-4BAD-96EF-9EE0EBAE4D04}"/>
              </a:ext>
            </a:extLst>
          </p:cNvPr>
          <p:cNvSpPr>
            <a:spLocks xmlns:a="http://schemas.openxmlformats.org/drawingml/2006/main" noGrp="1"/>
          </p:cNvSpPr>
          <p:nvPr/>
        </p:nvSpPr>
        <p:spPr>
          <a:xfrm xmlns:a="http://schemas.openxmlformats.org/drawingml/2006/main">
            <a:off x="6972300" y="3495675"/>
            <a:ext cx="4381500" cy="1752600"/>
          </a:xfrm>
          <a:prstGeom xmlns:a="http://schemas.openxmlformats.org/drawingml/2006/main" prst="rect">
            <a:avLst/>
          </a:prstGeom>
          <a:noFill xmlns:a="http://schemas.openxmlformats.org/drawingml/2006/main"/>
          <a:ln xmlns:a="http://schemas.openxmlformats.org/drawingml/2006/main" w="19050">
            <a:solidFill>
              <a:srgbClr val="C55A2B"/>
            </a:solidFill>
            <a:prstDash val="solid"/>
          </a:ln>
        </p:spPr>
      </p:sp>
      <p:sp>
        <p:nvSpPr>
          <p:cNvPr id="22" name="">
            <a:extLst xmlns:a="http://schemas.openxmlformats.org/drawingml/2006/main">
              <a:ext uri="{FF2B5EF4-FFF2-40B4-BE49-F238E27FC236}">
                <a16:creationId xmlns:a16="http://schemas.microsoft.com/office/drawing/2014/main" id="{7804B2DB-12DB-4ACB-BEA7-258DAF674248}"/>
              </a:ext>
            </a:extLst>
          </p:cNvPr>
          <p:cNvSpPr>
            <a:spLocks xmlns:a="http://schemas.openxmlformats.org/drawingml/2006/main" noGrp="1"/>
          </p:cNvSpPr>
          <p:nvPr/>
        </p:nvSpPr>
        <p:spPr>
          <a:xfrm xmlns:a="http://schemas.openxmlformats.org/drawingml/2006/main">
            <a:off x="7200900" y="3695700"/>
            <a:ext cx="3943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02935"/>
                </a:solidFill>
                <a:latin typeface="Arial"/>
                <a:ea typeface="Arial"/>
                <a:cs typeface="Arial"/>
              </a:defRPr>
            </a:defPPr>
            <a:lvl1pPr algn="l">
              <a:defRPr sz="1875" b="1">
                <a:solidFill>
                  <a:srgbClr val="202935"/>
                </a:solidFill>
                <a:latin typeface="Arial"/>
                <a:ea typeface="Arial"/>
                <a:cs typeface="Arial"/>
              </a:defRPr>
            </a:lvl1pPr>
            <a:lvl2pPr algn="l">
              <a:defRPr sz="1875" b="1">
                <a:solidFill>
                  <a:srgbClr val="202935"/>
                </a:solidFill>
                <a:latin typeface="Arial"/>
                <a:ea typeface="Arial"/>
                <a:cs typeface="Arial"/>
              </a:defRPr>
            </a:lvl2pPr>
            <a:lvl3pPr algn="l">
              <a:defRPr sz="1875" b="1">
                <a:solidFill>
                  <a:srgbClr val="202935"/>
                </a:solidFill>
                <a:latin typeface="Arial"/>
                <a:ea typeface="Arial"/>
                <a:cs typeface="Arial"/>
              </a:defRPr>
            </a:lvl3pPr>
            <a:lvl4pPr algn="l">
              <a:defRPr sz="1875" b="1">
                <a:solidFill>
                  <a:srgbClr val="202935"/>
                </a:solidFill>
                <a:latin typeface="Arial"/>
                <a:ea typeface="Arial"/>
                <a:cs typeface="Arial"/>
              </a:defRPr>
            </a:lvl4pPr>
            <a:lvl5pPr algn="l">
              <a:defRPr sz="1875" b="1">
                <a:solidFill>
                  <a:srgbClr val="202935"/>
                </a:solidFill>
                <a:latin typeface="Arial"/>
                <a:ea typeface="Arial"/>
                <a:cs typeface="Arial"/>
              </a:defRPr>
            </a:lvl5pPr>
            <a:lvl6pPr algn="l">
              <a:defRPr sz="1875" b="1">
                <a:solidFill>
                  <a:srgbClr val="202935"/>
                </a:solidFill>
                <a:latin typeface="Arial"/>
                <a:ea typeface="Arial"/>
                <a:cs typeface="Arial"/>
              </a:defRPr>
            </a:lvl6pPr>
            <a:lvl7pPr algn="l">
              <a:defRPr sz="1875" b="1">
                <a:solidFill>
                  <a:srgbClr val="202935"/>
                </a:solidFill>
                <a:latin typeface="Arial"/>
                <a:ea typeface="Arial"/>
                <a:cs typeface="Arial"/>
              </a:defRPr>
            </a:lvl7pPr>
            <a:lvl8pPr algn="l">
              <a:defRPr sz="1875" b="1">
                <a:solidFill>
                  <a:srgbClr val="202935"/>
                </a:solidFill>
                <a:latin typeface="Arial"/>
                <a:ea typeface="Arial"/>
                <a:cs typeface="Arial"/>
              </a:defRPr>
            </a:lvl8pPr>
            <a:lvl9pPr algn="l">
              <a:defRPr sz="1875" b="1">
                <a:solidFill>
                  <a:srgbClr val="202935"/>
                </a:solidFill>
                <a:latin typeface="Arial"/>
                <a:ea typeface="Arial"/>
                <a:cs typeface="Arial"/>
              </a:defRPr>
            </a:lvl9pPr>
          </a:lstStyle>
          <a:p xmlns:a="http://schemas.openxmlformats.org/drawingml/2006/main">
            <a:pPr algn="l">
              <a:defRPr sz="1875" b="1">
                <a:solidFill>
                  <a:srgbClr val="202935"/>
                </a:solidFill>
                <a:latin typeface="Arial"/>
                <a:ea typeface="Arial"/>
                <a:cs typeface="Arial"/>
              </a:defRPr>
            </a:pPr>
            <a:r>
              <a:rPr sz="1875" b="1">
                <a:solidFill>
                  <a:srgbClr val="202935"/>
                </a:solidFill>
                <a:latin typeface="Arial"/>
                <a:ea typeface="Arial"/>
                <a:cs typeface="Arial"/>
              </a:rPr>
              <a:t>DocumentController</a:t>
            </a:r>
          </a:p>
        </p:txBody>
      </p:sp>
      <p:sp>
        <p:nvSpPr>
          <p:cNvPr id="23" name="">
            <a:extLst xmlns:a="http://schemas.openxmlformats.org/drawingml/2006/main">
              <a:ext uri="{FF2B5EF4-FFF2-40B4-BE49-F238E27FC236}">
                <a16:creationId xmlns:a16="http://schemas.microsoft.com/office/drawing/2014/main" id="{EB9EC592-F634-4499-8873-C2638541DD72}"/>
              </a:ext>
            </a:extLst>
          </p:cNvPr>
          <p:cNvSpPr>
            <a:spLocks xmlns:a="http://schemas.openxmlformats.org/drawingml/2006/main" noGrp="1"/>
          </p:cNvSpPr>
          <p:nvPr/>
        </p:nvSpPr>
        <p:spPr>
          <a:xfrm xmlns:a="http://schemas.openxmlformats.org/drawingml/2006/main">
            <a:off x="7200900" y="41338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hasRole('USER')</a:t>
            </a:r>
          </a:p>
        </p:txBody>
      </p:sp>
      <p:sp>
        <p:nvSpPr>
          <p:cNvPr id="24" name="">
            <a:extLst xmlns:a="http://schemas.openxmlformats.org/drawingml/2006/main">
              <a:ext uri="{FF2B5EF4-FFF2-40B4-BE49-F238E27FC236}">
                <a16:creationId xmlns:a16="http://schemas.microsoft.com/office/drawing/2014/main" id="{5AA9907E-5CB0-4142-8DE2-6DD16ED52C92}"/>
              </a:ext>
            </a:extLst>
          </p:cNvPr>
          <p:cNvSpPr>
            <a:spLocks xmlns:a="http://schemas.openxmlformats.org/drawingml/2006/main" noGrp="1"/>
          </p:cNvSpPr>
          <p:nvPr/>
        </p:nvSpPr>
        <p:spPr>
          <a:xfrm xmlns:a="http://schemas.openxmlformats.org/drawingml/2006/main">
            <a:off x="7200900" y="4591050"/>
            <a:ext cx="3943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2935"/>
                </a:solidFill>
                <a:latin typeface="Arial"/>
                <a:ea typeface="Arial"/>
                <a:cs typeface="Arial"/>
              </a:defRPr>
            </a:defPPr>
            <a:lvl1pPr algn="l">
              <a:defRPr sz="1425" b="1">
                <a:solidFill>
                  <a:srgbClr val="202935"/>
                </a:solidFill>
                <a:latin typeface="Arial"/>
                <a:ea typeface="Arial"/>
                <a:cs typeface="Arial"/>
              </a:defRPr>
            </a:lvl1pPr>
            <a:lvl2pPr algn="l">
              <a:defRPr sz="1425" b="1">
                <a:solidFill>
                  <a:srgbClr val="202935"/>
                </a:solidFill>
                <a:latin typeface="Arial"/>
                <a:ea typeface="Arial"/>
                <a:cs typeface="Arial"/>
              </a:defRPr>
            </a:lvl2pPr>
            <a:lvl3pPr algn="l">
              <a:defRPr sz="1425" b="1">
                <a:solidFill>
                  <a:srgbClr val="202935"/>
                </a:solidFill>
                <a:latin typeface="Arial"/>
                <a:ea typeface="Arial"/>
                <a:cs typeface="Arial"/>
              </a:defRPr>
            </a:lvl3pPr>
            <a:lvl4pPr algn="l">
              <a:defRPr sz="1425" b="1">
                <a:solidFill>
                  <a:srgbClr val="202935"/>
                </a:solidFill>
                <a:latin typeface="Arial"/>
                <a:ea typeface="Arial"/>
                <a:cs typeface="Arial"/>
              </a:defRPr>
            </a:lvl4pPr>
            <a:lvl5pPr algn="l">
              <a:defRPr sz="1425" b="1">
                <a:solidFill>
                  <a:srgbClr val="202935"/>
                </a:solidFill>
                <a:latin typeface="Arial"/>
                <a:ea typeface="Arial"/>
                <a:cs typeface="Arial"/>
              </a:defRPr>
            </a:lvl5pPr>
            <a:lvl6pPr algn="l">
              <a:defRPr sz="1425" b="1">
                <a:solidFill>
                  <a:srgbClr val="202935"/>
                </a:solidFill>
                <a:latin typeface="Arial"/>
                <a:ea typeface="Arial"/>
                <a:cs typeface="Arial"/>
              </a:defRPr>
            </a:lvl6pPr>
            <a:lvl7pPr algn="l">
              <a:defRPr sz="1425" b="1">
                <a:solidFill>
                  <a:srgbClr val="202935"/>
                </a:solidFill>
                <a:latin typeface="Arial"/>
                <a:ea typeface="Arial"/>
                <a:cs typeface="Arial"/>
              </a:defRPr>
            </a:lvl7pPr>
            <a:lvl8pPr algn="l">
              <a:defRPr sz="1425" b="1">
                <a:solidFill>
                  <a:srgbClr val="202935"/>
                </a:solidFill>
                <a:latin typeface="Arial"/>
                <a:ea typeface="Arial"/>
                <a:cs typeface="Arial"/>
              </a:defRPr>
            </a:lvl8pPr>
            <a:lvl9pPr algn="l">
              <a:defRPr sz="1425" b="1">
                <a:solidFill>
                  <a:srgbClr val="202935"/>
                </a:solidFill>
                <a:latin typeface="Arial"/>
                <a:ea typeface="Arial"/>
                <a:cs typeface="Arial"/>
              </a:defRPr>
            </a:lvl9pPr>
          </a:lstStyle>
          <a:p xmlns:a="http://schemas.openxmlformats.org/drawingml/2006/main">
            <a:pPr algn="l">
              <a:defRPr sz="1425" b="1">
                <a:solidFill>
                  <a:srgbClr val="202935"/>
                </a:solidFill>
                <a:latin typeface="Arial"/>
                <a:ea typeface="Arial"/>
                <a:cs typeface="Arial"/>
              </a:defRPr>
            </a:pPr>
            <a:r>
              <a:rPr sz="1425" b="1">
                <a:solidFill>
                  <a:srgbClr val="202935"/>
                </a:solidFill>
                <a:latin typeface="Arial"/>
                <a:ea typeface="Arial"/>
                <a:cs typeface="Arial"/>
              </a:rPr>
              <a:t>DocumentSearchService</a:t>
            </a:r>
          </a:p>
        </p:txBody>
      </p:sp>
      <p:sp>
        <p:nvSpPr>
          <p:cNvPr id="25" name="">
            <a:extLst xmlns:a="http://schemas.openxmlformats.org/drawingml/2006/main">
              <a:ext uri="{FF2B5EF4-FFF2-40B4-BE49-F238E27FC236}">
                <a16:creationId xmlns:a16="http://schemas.microsoft.com/office/drawing/2014/main" id="{08966DC3-E8BE-4164-8394-24A31332481D}"/>
              </a:ext>
            </a:extLst>
          </p:cNvPr>
          <p:cNvSpPr>
            <a:spLocks xmlns:a="http://schemas.openxmlformats.org/drawingml/2006/main" noGrp="1"/>
          </p:cNvSpPr>
          <p:nvPr/>
        </p:nvSpPr>
        <p:spPr>
          <a:xfrm xmlns:a="http://schemas.openxmlformats.org/drawingml/2006/main">
            <a:off x="7200900" y="4905375"/>
            <a:ext cx="3943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organization_uuid aus dem Account</a:t>
            </a:r>
          </a:p>
        </p:txBody>
      </p:sp>
      <p:sp>
        <p:nvSpPr>
          <p:cNvPr id="29" name="">
            <a:extLst xmlns:a="http://schemas.openxmlformats.org/drawingml/2006/main">
              <a:ext uri="{FF2B5EF4-FFF2-40B4-BE49-F238E27FC236}">
                <a16:creationId xmlns:a16="http://schemas.microsoft.com/office/drawing/2014/main" id="{AFACDC6C-99FA-4B34-B862-E84D30D49FDA}"/>
              </a:ext>
            </a:extLst>
          </p:cNvPr>
          <p:cNvSpPr>
            <a:spLocks xmlns:a="http://schemas.openxmlformats.org/drawingml/2006/main" noGrp="1"/>
          </p:cNvSpPr>
          <p:nvPr/>
        </p:nvSpPr>
        <p:spPr>
          <a:xfrm xmlns:a="http://schemas.openxmlformats.org/drawingml/2006/main">
            <a:off x="685800" y="57435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BCrypt prüft das Passwort. Die Rolle wird danach an der Methode geprüft.</a:t>
            </a:r>
          </a:p>
        </p:txBody>
      </p:sp>
    </p:spTree>
    <p:extLst>
      <p:ext uri="{BB962C8B-B14F-4D97-AF65-F5344CB8AC3E}">
        <p14:creationId xmlns:p14="http://schemas.microsoft.com/office/powerpoint/2010/main" val="1931471900"/>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647494E0-0FBA-4B87-9FE7-9AA428A1053A}"/>
              </a:ext>
            </a:extLst>
          </p:cNvPr>
          <p:cNvCxnSpPr>
            <a:stCxn xmlns:a="http://schemas.openxmlformats.org/drawingml/2006/main" id="8" idx="3"/>
            <a:endCxn xmlns:a="http://schemas.openxmlformats.org/drawingml/2006/main" id="10" idx="1"/>
          </p:cNvCxnSpPr>
          <p:nvPr/>
        </p:nvCxnSpPr>
        <p:spPr>
          <a:xfrm xmlns:a="http://schemas.openxmlformats.org/drawingml/2006/main">
            <a:off x="7448550" y="3019425"/>
            <a:ext cx="1066800" cy="0"/>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BA56DD8C-0AA4-41D1-95DF-2D871EC7FD6E}"/>
              </a:ext>
            </a:extLst>
          </p:cNvPr>
          <p:cNvCxnSpPr>
            <a:stCxn xmlns:a="http://schemas.openxmlformats.org/drawingml/2006/main" id="6" idx="3"/>
            <a:endCxn xmlns:a="http://schemas.openxmlformats.org/drawingml/2006/main" id="8" idx="1"/>
          </p:cNvCxnSpPr>
          <p:nvPr/>
        </p:nvCxnSpPr>
        <p:spPr>
          <a:xfrm xmlns:a="http://schemas.openxmlformats.org/drawingml/2006/main">
            <a:off x="3543300" y="3019425"/>
            <a:ext cx="1066800" cy="0"/>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sp>
        <p:nvSpPr>
          <p:cNvPr id="18" name="">
            <a:extLst xmlns:a="http://schemas.openxmlformats.org/drawingml/2006/main">
              <a:ext uri="{FF2B5EF4-FFF2-40B4-BE49-F238E27FC236}">
                <a16:creationId xmlns:a16="http://schemas.microsoft.com/office/drawing/2014/main" id="{69F977E0-5D04-46A9-A230-4A762D08C516}"/>
              </a:ext>
            </a:extLst>
          </p:cNvPr>
          <p:cNvSpPr>
            <a:spLocks xmlns:a="http://schemas.openxmlformats.org/drawingml/2006/main" noGrp="1"/>
          </p:cNvSpPr>
          <p:nvPr/>
        </p:nvSpPr>
        <p:spPr>
          <a:xfrm xmlns:a="http://schemas.openxmlformats.org/drawingml/2006/main">
            <a:off x="647700" y="542925"/>
            <a:ext cx="66675" cy="438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9A708C-9A22-4631-B861-DC98F53583D5}"/>
              </a:ext>
            </a:extLst>
          </p:cNvPr>
          <p:cNvSpPr>
            <a:spLocks xmlns:a="http://schemas.openxmlformats.org/drawingml/2006/main" noGrp="1"/>
          </p:cNvSpPr>
          <p:nvPr/>
        </p:nvSpPr>
        <p:spPr>
          <a:xfrm xmlns:a="http://schemas.openxmlformats.org/drawingml/2006/main">
            <a:off x="876300" y="495300"/>
            <a:ext cx="1062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202935"/>
                </a:solidFill>
                <a:latin typeface="Arial"/>
                <a:ea typeface="Arial"/>
                <a:cs typeface="Arial"/>
              </a:defRPr>
            </a:defPPr>
            <a:lvl1pPr algn="l">
              <a:defRPr sz="2625" b="1">
                <a:solidFill>
                  <a:srgbClr val="202935"/>
                </a:solidFill>
                <a:latin typeface="Arial"/>
                <a:ea typeface="Arial"/>
                <a:cs typeface="Arial"/>
              </a:defRPr>
            </a:lvl1pPr>
            <a:lvl2pPr algn="l">
              <a:defRPr sz="2625" b="1">
                <a:solidFill>
                  <a:srgbClr val="202935"/>
                </a:solidFill>
                <a:latin typeface="Arial"/>
                <a:ea typeface="Arial"/>
                <a:cs typeface="Arial"/>
              </a:defRPr>
            </a:lvl2pPr>
            <a:lvl3pPr algn="l">
              <a:defRPr sz="2625" b="1">
                <a:solidFill>
                  <a:srgbClr val="202935"/>
                </a:solidFill>
                <a:latin typeface="Arial"/>
                <a:ea typeface="Arial"/>
                <a:cs typeface="Arial"/>
              </a:defRPr>
            </a:lvl3pPr>
            <a:lvl4pPr algn="l">
              <a:defRPr sz="2625" b="1">
                <a:solidFill>
                  <a:srgbClr val="202935"/>
                </a:solidFill>
                <a:latin typeface="Arial"/>
                <a:ea typeface="Arial"/>
                <a:cs typeface="Arial"/>
              </a:defRPr>
            </a:lvl4pPr>
            <a:lvl5pPr algn="l">
              <a:defRPr sz="2625" b="1">
                <a:solidFill>
                  <a:srgbClr val="202935"/>
                </a:solidFill>
                <a:latin typeface="Arial"/>
                <a:ea typeface="Arial"/>
                <a:cs typeface="Arial"/>
              </a:defRPr>
            </a:lvl5pPr>
            <a:lvl6pPr algn="l">
              <a:defRPr sz="2625" b="1">
                <a:solidFill>
                  <a:srgbClr val="202935"/>
                </a:solidFill>
                <a:latin typeface="Arial"/>
                <a:ea typeface="Arial"/>
                <a:cs typeface="Arial"/>
              </a:defRPr>
            </a:lvl6pPr>
            <a:lvl7pPr algn="l">
              <a:defRPr sz="2625" b="1">
                <a:solidFill>
                  <a:srgbClr val="202935"/>
                </a:solidFill>
                <a:latin typeface="Arial"/>
                <a:ea typeface="Arial"/>
                <a:cs typeface="Arial"/>
              </a:defRPr>
            </a:lvl7pPr>
            <a:lvl8pPr algn="l">
              <a:defRPr sz="2625" b="1">
                <a:solidFill>
                  <a:srgbClr val="202935"/>
                </a:solidFill>
                <a:latin typeface="Arial"/>
                <a:ea typeface="Arial"/>
                <a:cs typeface="Arial"/>
              </a:defRPr>
            </a:lvl8pPr>
            <a:lvl9pPr algn="l">
              <a:defRPr sz="2625" b="1">
                <a:solidFill>
                  <a:srgbClr val="202935"/>
                </a:solidFill>
                <a:latin typeface="Arial"/>
                <a:ea typeface="Arial"/>
                <a:cs typeface="Arial"/>
              </a:defRPr>
            </a:lvl9pPr>
          </a:lstStyle>
          <a:p xmlns:a="http://schemas.openxmlformats.org/drawingml/2006/main">
            <a:pPr algn="l">
              <a:defRPr sz="2625" b="1">
                <a:solidFill>
                  <a:srgbClr val="202935"/>
                </a:solidFill>
                <a:latin typeface="Arial"/>
                <a:ea typeface="Arial"/>
                <a:cs typeface="Arial"/>
              </a:defRPr>
            </a:pPr>
            <a:r>
              <a:rPr sz="2625" b="1">
                <a:solidFill>
                  <a:srgbClr val="202935"/>
                </a:solidFill>
                <a:latin typeface="Arial"/>
                <a:ea typeface="Arial"/>
                <a:cs typeface="Arial"/>
              </a:rPr>
              <a:t>CVE-2025-22223: Admin-Regel übersehen</a:t>
            </a:r>
          </a:p>
        </p:txBody>
      </p:sp>
      <p:sp>
        <p:nvSpPr>
          <p:cNvPr id="3" name="">
            <a:extLst xmlns:a="http://schemas.openxmlformats.org/drawingml/2006/main">
              <a:ext uri="{FF2B5EF4-FFF2-40B4-BE49-F238E27FC236}">
                <a16:creationId xmlns:a16="http://schemas.microsoft.com/office/drawing/2014/main" id="{F80EA1AF-8551-4114-B2AF-DC0DD179456B}"/>
              </a:ext>
            </a:extLst>
          </p:cNvPr>
          <p:cNvSpPr>
            <a:spLocks xmlns:a="http://schemas.openxmlformats.org/drawingml/2006/main" noGrp="1"/>
          </p:cNvSpPr>
          <p:nvPr/>
        </p:nvSpPr>
        <p:spPr>
          <a:xfrm xmlns:a="http://schemas.openxmlformats.org/drawingml/2006/main">
            <a:off x="647700" y="6191250"/>
            <a:ext cx="10877550" cy="0"/>
          </a:xfrm>
          <a:prstGeom xmlns:a="http://schemas.openxmlformats.org/drawingml/2006/main" prst="line">
            <a:avLst/>
          </a:prstGeom>
          <a:ln xmlns:a="http://schemas.openxmlformats.org/drawingml/2006/main" w="9525">
            <a:solidFill>
              <a:srgbClr val="E7E1D7"/>
            </a:solidFill>
            <a:prstDash val="solid"/>
          </a:ln>
        </p:spPr>
      </p:sp>
      <p:sp>
        <p:nvSpPr>
          <p:cNvPr id="4" name="">
            <a:extLst xmlns:a="http://schemas.openxmlformats.org/drawingml/2006/main">
              <a:ext uri="{FF2B5EF4-FFF2-40B4-BE49-F238E27FC236}">
                <a16:creationId xmlns:a16="http://schemas.microsoft.com/office/drawing/2014/main" id="{EA7C377F-07DE-4A14-A0A5-5662CB76FCD6}"/>
              </a:ext>
            </a:extLst>
          </p:cNvPr>
          <p:cNvSpPr>
            <a:spLocks xmlns:a="http://schemas.openxmlformats.org/drawingml/2006/main" noGrp="1"/>
          </p:cNvSpPr>
          <p:nvPr/>
        </p:nvSpPr>
        <p:spPr>
          <a:xfrm xmlns:a="http://schemas.openxmlformats.org/drawingml/2006/main">
            <a:off x="647700" y="6296025"/>
            <a:ext cx="276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D6872"/>
                </a:solidFill>
                <a:latin typeface="Arial"/>
                <a:ea typeface="Arial"/>
                <a:cs typeface="Arial"/>
              </a:defRPr>
            </a:defPPr>
            <a:lvl1pPr algn="l">
              <a:defRPr sz="1125" b="0">
                <a:solidFill>
                  <a:srgbClr val="5D6872"/>
                </a:solidFill>
                <a:latin typeface="Arial"/>
                <a:ea typeface="Arial"/>
                <a:cs typeface="Arial"/>
              </a:defRPr>
            </a:lvl1pPr>
            <a:lvl2pPr algn="l">
              <a:defRPr sz="1125" b="0">
                <a:solidFill>
                  <a:srgbClr val="5D6872"/>
                </a:solidFill>
                <a:latin typeface="Arial"/>
                <a:ea typeface="Arial"/>
                <a:cs typeface="Arial"/>
              </a:defRPr>
            </a:lvl2pPr>
            <a:lvl3pPr algn="l">
              <a:defRPr sz="1125" b="0">
                <a:solidFill>
                  <a:srgbClr val="5D6872"/>
                </a:solidFill>
                <a:latin typeface="Arial"/>
                <a:ea typeface="Arial"/>
                <a:cs typeface="Arial"/>
              </a:defRPr>
            </a:lvl3pPr>
            <a:lvl4pPr algn="l">
              <a:defRPr sz="1125" b="0">
                <a:solidFill>
                  <a:srgbClr val="5D6872"/>
                </a:solidFill>
                <a:latin typeface="Arial"/>
                <a:ea typeface="Arial"/>
                <a:cs typeface="Arial"/>
              </a:defRPr>
            </a:lvl4pPr>
            <a:lvl5pPr algn="l">
              <a:defRPr sz="1125" b="0">
                <a:solidFill>
                  <a:srgbClr val="5D6872"/>
                </a:solidFill>
                <a:latin typeface="Arial"/>
                <a:ea typeface="Arial"/>
                <a:cs typeface="Arial"/>
              </a:defRPr>
            </a:lvl5pPr>
            <a:lvl6pPr algn="l">
              <a:defRPr sz="1125" b="0">
                <a:solidFill>
                  <a:srgbClr val="5D6872"/>
                </a:solidFill>
                <a:latin typeface="Arial"/>
                <a:ea typeface="Arial"/>
                <a:cs typeface="Arial"/>
              </a:defRPr>
            </a:lvl6pPr>
            <a:lvl7pPr algn="l">
              <a:defRPr sz="1125" b="0">
                <a:solidFill>
                  <a:srgbClr val="5D6872"/>
                </a:solidFill>
                <a:latin typeface="Arial"/>
                <a:ea typeface="Arial"/>
                <a:cs typeface="Arial"/>
              </a:defRPr>
            </a:lvl7pPr>
            <a:lvl8pPr algn="l">
              <a:defRPr sz="1125" b="0">
                <a:solidFill>
                  <a:srgbClr val="5D6872"/>
                </a:solidFill>
                <a:latin typeface="Arial"/>
                <a:ea typeface="Arial"/>
                <a:cs typeface="Arial"/>
              </a:defRPr>
            </a:lvl8pPr>
            <a:lvl9pPr algn="l">
              <a:defRPr sz="1125" b="0">
                <a:solidFill>
                  <a:srgbClr val="5D6872"/>
                </a:solidFill>
                <a:latin typeface="Arial"/>
                <a:ea typeface="Arial"/>
                <a:cs typeface="Arial"/>
              </a:defRPr>
            </a:lvl9pPr>
          </a:lstStyle>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OrgArchive</a:t>
            </a:r>
          </a:p>
        </p:txBody>
      </p:sp>
      <p:sp>
        <p:nvSpPr>
          <p:cNvPr id="5" name="">
            <a:extLst xmlns:a="http://schemas.openxmlformats.org/drawingml/2006/main">
              <a:ext uri="{FF2B5EF4-FFF2-40B4-BE49-F238E27FC236}">
                <a16:creationId xmlns:a16="http://schemas.microsoft.com/office/drawing/2014/main" id="{359207BE-87AC-4563-9741-834DFBB9A52C}"/>
              </a:ext>
            </a:extLst>
          </p:cNvPr>
          <p:cNvSpPr>
            <a:spLocks xmlns:a="http://schemas.openxmlformats.org/drawingml/2006/main" noGrp="1"/>
          </p:cNvSpPr>
          <p:nvPr/>
        </p:nvSpPr>
        <p:spPr>
          <a:xfrm xmlns:a="http://schemas.openxmlformats.org/drawingml/2006/main">
            <a:off x="11049000" y="629602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5D6872"/>
                </a:solidFill>
                <a:latin typeface="Arial"/>
                <a:ea typeface="Arial"/>
                <a:cs typeface="Arial"/>
              </a:defRPr>
            </a:defPPr>
            <a:lvl1pPr algn="r">
              <a:defRPr sz="1125" b="0">
                <a:solidFill>
                  <a:srgbClr val="5D6872"/>
                </a:solidFill>
                <a:latin typeface="Arial"/>
                <a:ea typeface="Arial"/>
                <a:cs typeface="Arial"/>
              </a:defRPr>
            </a:lvl1pPr>
            <a:lvl2pPr algn="r">
              <a:defRPr sz="1125" b="0">
                <a:solidFill>
                  <a:srgbClr val="5D6872"/>
                </a:solidFill>
                <a:latin typeface="Arial"/>
                <a:ea typeface="Arial"/>
                <a:cs typeface="Arial"/>
              </a:defRPr>
            </a:lvl2pPr>
            <a:lvl3pPr algn="r">
              <a:defRPr sz="1125" b="0">
                <a:solidFill>
                  <a:srgbClr val="5D6872"/>
                </a:solidFill>
                <a:latin typeface="Arial"/>
                <a:ea typeface="Arial"/>
                <a:cs typeface="Arial"/>
              </a:defRPr>
            </a:lvl3pPr>
            <a:lvl4pPr algn="r">
              <a:defRPr sz="1125" b="0">
                <a:solidFill>
                  <a:srgbClr val="5D6872"/>
                </a:solidFill>
                <a:latin typeface="Arial"/>
                <a:ea typeface="Arial"/>
                <a:cs typeface="Arial"/>
              </a:defRPr>
            </a:lvl4pPr>
            <a:lvl5pPr algn="r">
              <a:defRPr sz="1125" b="0">
                <a:solidFill>
                  <a:srgbClr val="5D6872"/>
                </a:solidFill>
                <a:latin typeface="Arial"/>
                <a:ea typeface="Arial"/>
                <a:cs typeface="Arial"/>
              </a:defRPr>
            </a:lvl5pPr>
            <a:lvl6pPr algn="r">
              <a:defRPr sz="1125" b="0">
                <a:solidFill>
                  <a:srgbClr val="5D6872"/>
                </a:solidFill>
                <a:latin typeface="Arial"/>
                <a:ea typeface="Arial"/>
                <a:cs typeface="Arial"/>
              </a:defRPr>
            </a:lvl6pPr>
            <a:lvl7pPr algn="r">
              <a:defRPr sz="1125" b="0">
                <a:solidFill>
                  <a:srgbClr val="5D6872"/>
                </a:solidFill>
                <a:latin typeface="Arial"/>
                <a:ea typeface="Arial"/>
                <a:cs typeface="Arial"/>
              </a:defRPr>
            </a:lvl7pPr>
            <a:lvl8pPr algn="r">
              <a:defRPr sz="1125" b="0">
                <a:solidFill>
                  <a:srgbClr val="5D6872"/>
                </a:solidFill>
                <a:latin typeface="Arial"/>
                <a:ea typeface="Arial"/>
                <a:cs typeface="Arial"/>
              </a:defRPr>
            </a:lvl8pPr>
            <a:lvl9pPr algn="r">
              <a:defRPr sz="1125" b="0">
                <a:solidFill>
                  <a:srgbClr val="5D6872"/>
                </a:solidFill>
                <a:latin typeface="Arial"/>
                <a:ea typeface="Arial"/>
                <a:cs typeface="Arial"/>
              </a:defRPr>
            </a:lvl9pPr>
          </a:lstStyle>
          <a:p xmlns:a="http://schemas.openxmlformats.org/drawingml/2006/main">
            <a:pPr algn="r">
              <a:defRPr sz="1125" b="0">
                <a:solidFill>
                  <a:srgbClr val="5D6872"/>
                </a:solidFill>
                <a:latin typeface="Arial"/>
                <a:ea typeface="Arial"/>
                <a:cs typeface="Arial"/>
              </a:defRPr>
            </a:pPr>
            <a:r>
              <a:rPr sz="1125" b="0">
                <a:solidFill>
                  <a:srgbClr val="5D6872"/>
                </a:solidFill>
                <a:latin typeface="Arial"/>
                <a:ea typeface="Arial"/>
                <a:cs typeface="Arial"/>
              </a:rPr>
              <a:t>04</a:t>
            </a:r>
          </a:p>
        </p:txBody>
      </p:sp>
      <p:sp>
        <p:nvSpPr>
          <p:cNvPr id="6" name="Interface&#10;@PreAuthorize&#10;hasRole('ADMIN')">
            <a:extLst xmlns:a="http://schemas.openxmlformats.org/drawingml/2006/main">
              <a:ext uri="{FF2B5EF4-FFF2-40B4-BE49-F238E27FC236}">
                <a16:creationId xmlns:a16="http://schemas.microsoft.com/office/drawing/2014/main" id="{067053EA-86EA-4BD9-B6F0-109E9CE68B3B}"/>
              </a:ext>
            </a:extLst>
          </p:cNvPr>
          <p:cNvSpPr>
            <a:spLocks xmlns:a="http://schemas.openxmlformats.org/drawingml/2006/main" noGrp="1"/>
          </p:cNvSpPr>
          <p:nvPr/>
        </p:nvSpPr>
        <p:spPr>
          <a:xfrm xmlns:a="http://schemas.openxmlformats.org/drawingml/2006/main">
            <a:off x="704850" y="2305050"/>
            <a:ext cx="2838450" cy="1428750"/>
          </a:xfrm>
          <a:prstGeom xmlns:a="http://schemas.openxmlformats.org/drawingml/2006/main" prst="rect">
            <a:avLst/>
          </a:prstGeom>
          <a:solidFill xmlns:a="http://schemas.openxmlformats.org/drawingml/2006/main">
            <a:srgbClr val="F7F5F0"/>
          </a:solidFill>
          <a:ln xmlns:a="http://schemas.openxmlformats.org/drawingml/2006/main" w="14288">
            <a:solidFill>
              <a:srgbClr val="5D6872"/>
            </a:solidFill>
            <a:prstDash val="solid"/>
          </a:ln>
        </p:spPr>
      </p:sp>
      <p:sp>
        <p:nvSpPr>
          <p:cNvPr id="7" name="">
            <a:extLst xmlns:a="http://schemas.openxmlformats.org/drawingml/2006/main">
              <a:ext uri="{FF2B5EF4-FFF2-40B4-BE49-F238E27FC236}">
                <a16:creationId xmlns:a16="http://schemas.microsoft.com/office/drawing/2014/main" id="{12B27918-8047-46DE-8905-CB05CC9815A9}"/>
              </a:ext>
            </a:extLst>
          </p:cNvPr>
          <p:cNvSpPr>
            <a:spLocks xmlns:a="http://schemas.openxmlformats.org/drawingml/2006/main" noGrp="1"/>
          </p:cNvSpPr>
          <p:nvPr/>
        </p:nvSpPr>
        <p:spPr>
          <a:xfrm xmlns:a="http://schemas.openxmlformats.org/drawingml/2006/main">
            <a:off x="838200" y="2362200"/>
            <a:ext cx="2571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202935"/>
                </a:solidFill>
                <a:latin typeface="Arial"/>
                <a:ea typeface="Arial"/>
                <a:cs typeface="Arial"/>
              </a:defRPr>
            </a:defPPr>
            <a:lvl1pPr algn="ctr">
              <a:defRPr sz="1500" b="1">
                <a:solidFill>
                  <a:srgbClr val="202935"/>
                </a:solidFill>
                <a:latin typeface="Arial"/>
                <a:ea typeface="Arial"/>
                <a:cs typeface="Arial"/>
              </a:defRPr>
            </a:lvl1pPr>
            <a:lvl2pPr algn="ctr">
              <a:defRPr sz="1500" b="1">
                <a:solidFill>
                  <a:srgbClr val="202935"/>
                </a:solidFill>
                <a:latin typeface="Arial"/>
                <a:ea typeface="Arial"/>
                <a:cs typeface="Arial"/>
              </a:defRPr>
            </a:lvl2pPr>
            <a:lvl3pPr algn="ctr">
              <a:defRPr sz="1500" b="1">
                <a:solidFill>
                  <a:srgbClr val="202935"/>
                </a:solidFill>
                <a:latin typeface="Arial"/>
                <a:ea typeface="Arial"/>
                <a:cs typeface="Arial"/>
              </a:defRPr>
            </a:lvl3pPr>
            <a:lvl4pPr algn="ctr">
              <a:defRPr sz="1500" b="1">
                <a:solidFill>
                  <a:srgbClr val="202935"/>
                </a:solidFill>
                <a:latin typeface="Arial"/>
                <a:ea typeface="Arial"/>
                <a:cs typeface="Arial"/>
              </a:defRPr>
            </a:lvl4pPr>
            <a:lvl5pPr algn="ctr">
              <a:defRPr sz="1500" b="1">
                <a:solidFill>
                  <a:srgbClr val="202935"/>
                </a:solidFill>
                <a:latin typeface="Arial"/>
                <a:ea typeface="Arial"/>
                <a:cs typeface="Arial"/>
              </a:defRPr>
            </a:lvl5pPr>
            <a:lvl6pPr algn="ctr">
              <a:defRPr sz="1500" b="1">
                <a:solidFill>
                  <a:srgbClr val="202935"/>
                </a:solidFill>
                <a:latin typeface="Arial"/>
                <a:ea typeface="Arial"/>
                <a:cs typeface="Arial"/>
              </a:defRPr>
            </a:lvl6pPr>
            <a:lvl7pPr algn="ctr">
              <a:defRPr sz="1500" b="1">
                <a:solidFill>
                  <a:srgbClr val="202935"/>
                </a:solidFill>
                <a:latin typeface="Arial"/>
                <a:ea typeface="Arial"/>
                <a:cs typeface="Arial"/>
              </a:defRPr>
            </a:lvl7pPr>
            <a:lvl8pPr algn="ctr">
              <a:defRPr sz="1500" b="1">
                <a:solidFill>
                  <a:srgbClr val="202935"/>
                </a:solidFill>
                <a:latin typeface="Arial"/>
                <a:ea typeface="Arial"/>
                <a:cs typeface="Arial"/>
              </a:defRPr>
            </a:lvl8pPr>
            <a:lvl9pPr algn="ctr">
              <a:defRPr sz="1500" b="1">
                <a:solidFill>
                  <a:srgbClr val="202935"/>
                </a:solidFill>
                <a:latin typeface="Arial"/>
                <a:ea typeface="Arial"/>
                <a:cs typeface="Arial"/>
              </a:defRPr>
            </a:lvl9pPr>
          </a:lstStyle>
          <a:p xmlns:a="http://schemas.openxmlformats.org/drawingml/2006/main">
            <a:pPr algn="ctr">
              <a:defRPr sz="1500" b="1">
                <a:solidFill>
                  <a:srgbClr val="202935"/>
                </a:solidFill>
                <a:latin typeface="Arial"/>
                <a:ea typeface="Arial"/>
                <a:cs typeface="Arial"/>
              </a:defRPr>
            </a:pPr>
            <a:r>
              <a:rPr sz="1500" b="1">
                <a:solidFill>
                  <a:srgbClr val="202935"/>
                </a:solidFill>
                <a:latin typeface="Arial"/>
                <a:ea typeface="Arial"/>
                <a:cs typeface="Arial"/>
              </a:rPr>
              <a:t>Interface</a:t>
            </a:r>
          </a:p>
          <a:p xmlns:a="http://schemas.openxmlformats.org/drawingml/2006/main">
            <a:pPr algn="ctr">
              <a:defRPr sz="1500" b="1">
                <a:solidFill>
                  <a:srgbClr val="202935"/>
                </a:solidFill>
                <a:latin typeface="Arial"/>
                <a:ea typeface="Arial"/>
                <a:cs typeface="Arial"/>
              </a:defRPr>
            </a:pPr>
            <a:r>
              <a:rPr sz="1500" b="1">
                <a:solidFill>
                  <a:srgbClr val="202935"/>
                </a:solidFill>
                <a:latin typeface="Arial"/>
                <a:ea typeface="Arial"/>
                <a:cs typeface="Arial"/>
              </a:rPr>
              <a:t>@PreAuthorize</a:t>
            </a:r>
          </a:p>
          <a:p xmlns:a="http://schemas.openxmlformats.org/drawingml/2006/main">
            <a:pPr algn="ctr">
              <a:defRPr sz="1500" b="1">
                <a:solidFill>
                  <a:srgbClr val="202935"/>
                </a:solidFill>
                <a:latin typeface="Arial"/>
                <a:ea typeface="Arial"/>
                <a:cs typeface="Arial"/>
              </a:defRPr>
            </a:pPr>
            <a:r>
              <a:rPr sz="1500" b="1">
                <a:solidFill>
                  <a:srgbClr val="202935"/>
                </a:solidFill>
                <a:latin typeface="Arial"/>
                <a:ea typeface="Arial"/>
                <a:cs typeface="Arial"/>
              </a:rPr>
              <a:t>hasRole('ADMIN')</a:t>
            </a:r>
          </a:p>
        </p:txBody>
      </p:sp>
      <p:sp>
        <p:nvSpPr>
          <p:cNvPr id="8" name="Spring Security 6.4.3&#10;übersieht die Regel">
            <a:extLst xmlns:a="http://schemas.openxmlformats.org/drawingml/2006/main">
              <a:ext uri="{FF2B5EF4-FFF2-40B4-BE49-F238E27FC236}">
                <a16:creationId xmlns:a16="http://schemas.microsoft.com/office/drawing/2014/main" id="{7AE79EFC-7A1D-4175-9DA1-00C27B1C9796}"/>
              </a:ext>
            </a:extLst>
          </p:cNvPr>
          <p:cNvSpPr>
            <a:spLocks xmlns:a="http://schemas.openxmlformats.org/drawingml/2006/main" noGrp="1"/>
          </p:cNvSpPr>
          <p:nvPr/>
        </p:nvSpPr>
        <p:spPr>
          <a:xfrm xmlns:a="http://schemas.openxmlformats.org/drawingml/2006/main">
            <a:off x="4610100" y="2305050"/>
            <a:ext cx="2838450" cy="1428750"/>
          </a:xfrm>
          <a:prstGeom xmlns:a="http://schemas.openxmlformats.org/drawingml/2006/main" prst="rect">
            <a:avLst/>
          </a:prstGeom>
          <a:solidFill xmlns:a="http://schemas.openxmlformats.org/drawingml/2006/main">
            <a:srgbClr val="F7F5F0"/>
          </a:solidFill>
          <a:ln xmlns:a="http://schemas.openxmlformats.org/drawingml/2006/main" w="14288">
            <a:solidFill>
              <a:srgbClr val="A64233"/>
            </a:solidFill>
            <a:prstDash val="solid"/>
          </a:ln>
        </p:spPr>
      </p:sp>
      <p:sp>
        <p:nvSpPr>
          <p:cNvPr id="9" name="">
            <a:extLst xmlns:a="http://schemas.openxmlformats.org/drawingml/2006/main">
              <a:ext uri="{FF2B5EF4-FFF2-40B4-BE49-F238E27FC236}">
                <a16:creationId xmlns:a16="http://schemas.microsoft.com/office/drawing/2014/main" id="{E3E21753-4B6A-41D6-A752-61ACA5B6A694}"/>
              </a:ext>
            </a:extLst>
          </p:cNvPr>
          <p:cNvSpPr>
            <a:spLocks xmlns:a="http://schemas.openxmlformats.org/drawingml/2006/main" noGrp="1"/>
          </p:cNvSpPr>
          <p:nvPr/>
        </p:nvSpPr>
        <p:spPr>
          <a:xfrm xmlns:a="http://schemas.openxmlformats.org/drawingml/2006/main">
            <a:off x="4743450" y="2362200"/>
            <a:ext cx="2571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A64233"/>
                </a:solidFill>
                <a:latin typeface="Arial"/>
                <a:ea typeface="Arial"/>
                <a:cs typeface="Arial"/>
              </a:defRPr>
            </a:defPPr>
            <a:lvl1pPr algn="ctr">
              <a:defRPr sz="1875" b="1">
                <a:solidFill>
                  <a:srgbClr val="A64233"/>
                </a:solidFill>
                <a:latin typeface="Arial"/>
                <a:ea typeface="Arial"/>
                <a:cs typeface="Arial"/>
              </a:defRPr>
            </a:lvl1pPr>
            <a:lvl2pPr algn="ctr">
              <a:defRPr sz="1875" b="1">
                <a:solidFill>
                  <a:srgbClr val="A64233"/>
                </a:solidFill>
                <a:latin typeface="Arial"/>
                <a:ea typeface="Arial"/>
                <a:cs typeface="Arial"/>
              </a:defRPr>
            </a:lvl2pPr>
            <a:lvl3pPr algn="ctr">
              <a:defRPr sz="1875" b="1">
                <a:solidFill>
                  <a:srgbClr val="A64233"/>
                </a:solidFill>
                <a:latin typeface="Arial"/>
                <a:ea typeface="Arial"/>
                <a:cs typeface="Arial"/>
              </a:defRPr>
            </a:lvl3pPr>
            <a:lvl4pPr algn="ctr">
              <a:defRPr sz="1875" b="1">
                <a:solidFill>
                  <a:srgbClr val="A64233"/>
                </a:solidFill>
                <a:latin typeface="Arial"/>
                <a:ea typeface="Arial"/>
                <a:cs typeface="Arial"/>
              </a:defRPr>
            </a:lvl4pPr>
            <a:lvl5pPr algn="ctr">
              <a:defRPr sz="1875" b="1">
                <a:solidFill>
                  <a:srgbClr val="A64233"/>
                </a:solidFill>
                <a:latin typeface="Arial"/>
                <a:ea typeface="Arial"/>
                <a:cs typeface="Arial"/>
              </a:defRPr>
            </a:lvl5pPr>
            <a:lvl6pPr algn="ctr">
              <a:defRPr sz="1875" b="1">
                <a:solidFill>
                  <a:srgbClr val="A64233"/>
                </a:solidFill>
                <a:latin typeface="Arial"/>
                <a:ea typeface="Arial"/>
                <a:cs typeface="Arial"/>
              </a:defRPr>
            </a:lvl6pPr>
            <a:lvl7pPr algn="ctr">
              <a:defRPr sz="1875" b="1">
                <a:solidFill>
                  <a:srgbClr val="A64233"/>
                </a:solidFill>
                <a:latin typeface="Arial"/>
                <a:ea typeface="Arial"/>
                <a:cs typeface="Arial"/>
              </a:defRPr>
            </a:lvl7pPr>
            <a:lvl8pPr algn="ctr">
              <a:defRPr sz="1875" b="1">
                <a:solidFill>
                  <a:srgbClr val="A64233"/>
                </a:solidFill>
                <a:latin typeface="Arial"/>
                <a:ea typeface="Arial"/>
                <a:cs typeface="Arial"/>
              </a:defRPr>
            </a:lvl8pPr>
            <a:lvl9pPr algn="ctr">
              <a:defRPr sz="1875" b="1">
                <a:solidFill>
                  <a:srgbClr val="A64233"/>
                </a:solidFill>
                <a:latin typeface="Arial"/>
                <a:ea typeface="Arial"/>
                <a:cs typeface="Arial"/>
              </a:defRPr>
            </a:lvl9pPr>
          </a:lstStyle>
          <a:p xmlns:a="http://schemas.openxmlformats.org/drawingml/2006/main">
            <a:pPr algn="ctr">
              <a:defRPr sz="1875" b="1">
                <a:solidFill>
                  <a:srgbClr val="A64233"/>
                </a:solidFill>
                <a:latin typeface="Arial"/>
                <a:ea typeface="Arial"/>
                <a:cs typeface="Arial"/>
              </a:defRPr>
            </a:pPr>
            <a:r>
              <a:rPr sz="1875" b="1">
                <a:solidFill>
                  <a:srgbClr val="A64233"/>
                </a:solidFill>
                <a:latin typeface="Arial"/>
                <a:ea typeface="Arial"/>
                <a:cs typeface="Arial"/>
              </a:rPr>
              <a:t>Spring Security 6.4.3</a:t>
            </a:r>
          </a:p>
          <a:p xmlns:a="http://schemas.openxmlformats.org/drawingml/2006/main">
            <a:pPr algn="ctr">
              <a:defRPr sz="1875" b="1">
                <a:solidFill>
                  <a:srgbClr val="A64233"/>
                </a:solidFill>
                <a:latin typeface="Arial"/>
                <a:ea typeface="Arial"/>
                <a:cs typeface="Arial"/>
              </a:defRPr>
            </a:pPr>
            <a:r>
              <a:rPr sz="1875" b="1">
                <a:solidFill>
                  <a:srgbClr val="A64233"/>
                </a:solidFill>
                <a:latin typeface="Arial"/>
                <a:ea typeface="Arial"/>
                <a:cs typeface="Arial"/>
              </a:rPr>
              <a:t>übersieht die Regel</a:t>
            </a:r>
          </a:p>
        </p:txBody>
      </p:sp>
      <p:sp>
        <p:nvSpPr>
          <p:cNvPr id="10" name="Normaler USER&#10;GET /users">
            <a:extLst xmlns:a="http://schemas.openxmlformats.org/drawingml/2006/main">
              <a:ext uri="{FF2B5EF4-FFF2-40B4-BE49-F238E27FC236}">
                <a16:creationId xmlns:a16="http://schemas.microsoft.com/office/drawing/2014/main" id="{5498544C-1949-4258-B504-9B6C9A67C7E2}"/>
              </a:ext>
            </a:extLst>
          </p:cNvPr>
          <p:cNvSpPr>
            <a:spLocks xmlns:a="http://schemas.openxmlformats.org/drawingml/2006/main" noGrp="1"/>
          </p:cNvSpPr>
          <p:nvPr/>
        </p:nvSpPr>
        <p:spPr>
          <a:xfrm xmlns:a="http://schemas.openxmlformats.org/drawingml/2006/main">
            <a:off x="8515350" y="2305050"/>
            <a:ext cx="2838450" cy="1428750"/>
          </a:xfrm>
          <a:prstGeom xmlns:a="http://schemas.openxmlformats.org/drawingml/2006/main" prst="rect">
            <a:avLst/>
          </a:prstGeom>
          <a:solidFill xmlns:a="http://schemas.openxmlformats.org/drawingml/2006/main">
            <a:srgbClr val="F7F5F0"/>
          </a:solidFill>
          <a:ln xmlns:a="http://schemas.openxmlformats.org/drawingml/2006/main" w="14288">
            <a:solidFill>
              <a:srgbClr val="C55A2B"/>
            </a:solidFill>
            <a:prstDash val="solid"/>
          </a:ln>
        </p:spPr>
      </p:sp>
      <p:sp>
        <p:nvSpPr>
          <p:cNvPr id="11" name="">
            <a:extLst xmlns:a="http://schemas.openxmlformats.org/drawingml/2006/main">
              <a:ext uri="{FF2B5EF4-FFF2-40B4-BE49-F238E27FC236}">
                <a16:creationId xmlns:a16="http://schemas.microsoft.com/office/drawing/2014/main" id="{9BE32B10-C851-4459-9D70-B2D0A8060500}"/>
              </a:ext>
            </a:extLst>
          </p:cNvPr>
          <p:cNvSpPr>
            <a:spLocks xmlns:a="http://schemas.openxmlformats.org/drawingml/2006/main" noGrp="1"/>
          </p:cNvSpPr>
          <p:nvPr/>
        </p:nvSpPr>
        <p:spPr>
          <a:xfrm xmlns:a="http://schemas.openxmlformats.org/drawingml/2006/main">
            <a:off x="8648700" y="2362200"/>
            <a:ext cx="2571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C55A2B"/>
                </a:solidFill>
                <a:latin typeface="Arial"/>
                <a:ea typeface="Arial"/>
                <a:cs typeface="Arial"/>
              </a:defRPr>
            </a:defPPr>
            <a:lvl1pPr algn="ctr">
              <a:defRPr sz="1875" b="1">
                <a:solidFill>
                  <a:srgbClr val="C55A2B"/>
                </a:solidFill>
                <a:latin typeface="Arial"/>
                <a:ea typeface="Arial"/>
                <a:cs typeface="Arial"/>
              </a:defRPr>
            </a:lvl1pPr>
            <a:lvl2pPr algn="ctr">
              <a:defRPr sz="1875" b="1">
                <a:solidFill>
                  <a:srgbClr val="C55A2B"/>
                </a:solidFill>
                <a:latin typeface="Arial"/>
                <a:ea typeface="Arial"/>
                <a:cs typeface="Arial"/>
              </a:defRPr>
            </a:lvl2pPr>
            <a:lvl3pPr algn="ctr">
              <a:defRPr sz="1875" b="1">
                <a:solidFill>
                  <a:srgbClr val="C55A2B"/>
                </a:solidFill>
                <a:latin typeface="Arial"/>
                <a:ea typeface="Arial"/>
                <a:cs typeface="Arial"/>
              </a:defRPr>
            </a:lvl3pPr>
            <a:lvl4pPr algn="ctr">
              <a:defRPr sz="1875" b="1">
                <a:solidFill>
                  <a:srgbClr val="C55A2B"/>
                </a:solidFill>
                <a:latin typeface="Arial"/>
                <a:ea typeface="Arial"/>
                <a:cs typeface="Arial"/>
              </a:defRPr>
            </a:lvl4pPr>
            <a:lvl5pPr algn="ctr">
              <a:defRPr sz="1875" b="1">
                <a:solidFill>
                  <a:srgbClr val="C55A2B"/>
                </a:solidFill>
                <a:latin typeface="Arial"/>
                <a:ea typeface="Arial"/>
                <a:cs typeface="Arial"/>
              </a:defRPr>
            </a:lvl5pPr>
            <a:lvl6pPr algn="ctr">
              <a:defRPr sz="1875" b="1">
                <a:solidFill>
                  <a:srgbClr val="C55A2B"/>
                </a:solidFill>
                <a:latin typeface="Arial"/>
                <a:ea typeface="Arial"/>
                <a:cs typeface="Arial"/>
              </a:defRPr>
            </a:lvl6pPr>
            <a:lvl7pPr algn="ctr">
              <a:defRPr sz="1875" b="1">
                <a:solidFill>
                  <a:srgbClr val="C55A2B"/>
                </a:solidFill>
                <a:latin typeface="Arial"/>
                <a:ea typeface="Arial"/>
                <a:cs typeface="Arial"/>
              </a:defRPr>
            </a:lvl7pPr>
            <a:lvl8pPr algn="ctr">
              <a:defRPr sz="1875" b="1">
                <a:solidFill>
                  <a:srgbClr val="C55A2B"/>
                </a:solidFill>
                <a:latin typeface="Arial"/>
                <a:ea typeface="Arial"/>
                <a:cs typeface="Arial"/>
              </a:defRPr>
            </a:lvl8pPr>
            <a:lvl9pPr algn="ctr">
              <a:defRPr sz="1875" b="1">
                <a:solidFill>
                  <a:srgbClr val="C55A2B"/>
                </a:solidFill>
                <a:latin typeface="Arial"/>
                <a:ea typeface="Arial"/>
                <a:cs typeface="Arial"/>
              </a:defRPr>
            </a:lvl9pPr>
          </a:lstStyle>
          <a:p xmlns:a="http://schemas.openxmlformats.org/drawingml/2006/main">
            <a:pPr algn="ctr">
              <a:defRPr sz="1875" b="1">
                <a:solidFill>
                  <a:srgbClr val="C55A2B"/>
                </a:solidFill>
                <a:latin typeface="Arial"/>
                <a:ea typeface="Arial"/>
                <a:cs typeface="Arial"/>
              </a:defRPr>
            </a:pPr>
            <a:r>
              <a:rPr sz="1875" b="1">
                <a:solidFill>
                  <a:srgbClr val="C55A2B"/>
                </a:solidFill>
                <a:latin typeface="Arial"/>
                <a:ea typeface="Arial"/>
                <a:cs typeface="Arial"/>
              </a:rPr>
              <a:t>Normaler USER</a:t>
            </a:r>
          </a:p>
          <a:p xmlns:a="http://schemas.openxmlformats.org/drawingml/2006/main">
            <a:pPr algn="ctr">
              <a:defRPr sz="1875" b="1">
                <a:solidFill>
                  <a:srgbClr val="C55A2B"/>
                </a:solidFill>
                <a:latin typeface="Arial"/>
                <a:ea typeface="Arial"/>
                <a:cs typeface="Arial"/>
              </a:defRPr>
            </a:pPr>
            <a:r>
              <a:rPr sz="1875" b="1">
                <a:solidFill>
                  <a:srgbClr val="C55A2B"/>
                </a:solidFill>
                <a:latin typeface="Arial"/>
                <a:ea typeface="Arial"/>
                <a:cs typeface="Arial"/>
              </a:rPr>
              <a:t>GET /users</a:t>
            </a:r>
          </a:p>
        </p:txBody>
      </p:sp>
      <p:sp>
        <p:nvSpPr>
          <p:cNvPr id="14" name="">
            <a:extLst xmlns:a="http://schemas.openxmlformats.org/drawingml/2006/main">
              <a:ext uri="{FF2B5EF4-FFF2-40B4-BE49-F238E27FC236}">
                <a16:creationId xmlns:a16="http://schemas.microsoft.com/office/drawing/2014/main" id="{EFE537EE-ABC0-435C-81EF-1A6E270F6FC7}"/>
              </a:ext>
            </a:extLst>
          </p:cNvPr>
          <p:cNvSpPr>
            <a:spLocks xmlns:a="http://schemas.openxmlformats.org/drawingml/2006/main" noGrp="1"/>
          </p:cNvSpPr>
          <p:nvPr/>
        </p:nvSpPr>
        <p:spPr>
          <a:xfrm xmlns:a="http://schemas.openxmlformats.org/drawingml/2006/main">
            <a:off x="752475" y="4276725"/>
            <a:ext cx="1047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HTTP Basic verlangt weiter einen Login.</a:t>
            </a:r>
          </a:p>
        </p:txBody>
      </p:sp>
      <p:sp>
        <p:nvSpPr>
          <p:cNvPr id="15" name="">
            <a:extLst xmlns:a="http://schemas.openxmlformats.org/drawingml/2006/main">
              <a:ext uri="{FF2B5EF4-FFF2-40B4-BE49-F238E27FC236}">
                <a16:creationId xmlns:a16="http://schemas.microsoft.com/office/drawing/2014/main" id="{CBCF6BE9-C6FC-49EC-88C6-E59F2E577062}"/>
              </a:ext>
            </a:extLst>
          </p:cNvPr>
          <p:cNvSpPr>
            <a:spLocks xmlns:a="http://schemas.openxmlformats.org/drawingml/2006/main" noGrp="1"/>
          </p:cNvSpPr>
          <p:nvPr/>
        </p:nvSpPr>
        <p:spPr>
          <a:xfrm xmlns:a="http://schemas.openxmlformats.org/drawingml/2006/main">
            <a:off x="752475" y="4924425"/>
            <a:ext cx="10591800" cy="0"/>
          </a:xfrm>
          <a:prstGeom xmlns:a="http://schemas.openxmlformats.org/drawingml/2006/main" prst="line">
            <a:avLst/>
          </a:prstGeom>
          <a:ln xmlns:a="http://schemas.openxmlformats.org/drawingml/2006/main" w="14288">
            <a:solidFill>
              <a:srgbClr val="E7E1D7"/>
            </a:solidFill>
            <a:prstDash val="solid"/>
          </a:ln>
        </p:spPr>
      </p:sp>
      <p:sp>
        <p:nvSpPr>
          <p:cNvPr id="16" name="">
            <a:extLst xmlns:a="http://schemas.openxmlformats.org/drawingml/2006/main">
              <a:ext uri="{FF2B5EF4-FFF2-40B4-BE49-F238E27FC236}">
                <a16:creationId xmlns:a16="http://schemas.microsoft.com/office/drawing/2014/main" id="{0616A05E-9C4F-4153-9ECB-A53E3C6ED245}"/>
              </a:ext>
            </a:extLst>
          </p:cNvPr>
          <p:cNvSpPr>
            <a:spLocks xmlns:a="http://schemas.openxmlformats.org/drawingml/2006/main" noGrp="1"/>
          </p:cNvSpPr>
          <p:nvPr/>
        </p:nvSpPr>
        <p:spPr>
          <a:xfrm xmlns:a="http://schemas.openxmlformats.org/drawingml/2006/main">
            <a:off x="752475" y="51816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A64233"/>
                </a:solidFill>
                <a:latin typeface="Arial"/>
                <a:ea typeface="Arial"/>
                <a:cs typeface="Arial"/>
              </a:defRPr>
            </a:defPPr>
            <a:lvl1pPr algn="l">
              <a:defRPr sz="1875" b="1">
                <a:solidFill>
                  <a:srgbClr val="A64233"/>
                </a:solidFill>
                <a:latin typeface="Arial"/>
                <a:ea typeface="Arial"/>
                <a:cs typeface="Arial"/>
              </a:defRPr>
            </a:lvl1pPr>
            <a:lvl2pPr algn="l">
              <a:defRPr sz="1875" b="1">
                <a:solidFill>
                  <a:srgbClr val="A64233"/>
                </a:solidFill>
                <a:latin typeface="Arial"/>
                <a:ea typeface="Arial"/>
                <a:cs typeface="Arial"/>
              </a:defRPr>
            </a:lvl2pPr>
            <a:lvl3pPr algn="l">
              <a:defRPr sz="1875" b="1">
                <a:solidFill>
                  <a:srgbClr val="A64233"/>
                </a:solidFill>
                <a:latin typeface="Arial"/>
                <a:ea typeface="Arial"/>
                <a:cs typeface="Arial"/>
              </a:defRPr>
            </a:lvl3pPr>
            <a:lvl4pPr algn="l">
              <a:defRPr sz="1875" b="1">
                <a:solidFill>
                  <a:srgbClr val="A64233"/>
                </a:solidFill>
                <a:latin typeface="Arial"/>
                <a:ea typeface="Arial"/>
                <a:cs typeface="Arial"/>
              </a:defRPr>
            </a:lvl4pPr>
            <a:lvl5pPr algn="l">
              <a:defRPr sz="1875" b="1">
                <a:solidFill>
                  <a:srgbClr val="A64233"/>
                </a:solidFill>
                <a:latin typeface="Arial"/>
                <a:ea typeface="Arial"/>
                <a:cs typeface="Arial"/>
              </a:defRPr>
            </a:lvl5pPr>
            <a:lvl6pPr algn="l">
              <a:defRPr sz="1875" b="1">
                <a:solidFill>
                  <a:srgbClr val="A64233"/>
                </a:solidFill>
                <a:latin typeface="Arial"/>
                <a:ea typeface="Arial"/>
                <a:cs typeface="Arial"/>
              </a:defRPr>
            </a:lvl6pPr>
            <a:lvl7pPr algn="l">
              <a:defRPr sz="1875" b="1">
                <a:solidFill>
                  <a:srgbClr val="A64233"/>
                </a:solidFill>
                <a:latin typeface="Arial"/>
                <a:ea typeface="Arial"/>
                <a:cs typeface="Arial"/>
              </a:defRPr>
            </a:lvl7pPr>
            <a:lvl8pPr algn="l">
              <a:defRPr sz="1875" b="1">
                <a:solidFill>
                  <a:srgbClr val="A64233"/>
                </a:solidFill>
                <a:latin typeface="Arial"/>
                <a:ea typeface="Arial"/>
                <a:cs typeface="Arial"/>
              </a:defRPr>
            </a:lvl8pPr>
            <a:lvl9pPr algn="l">
              <a:defRPr sz="1875" b="1">
                <a:solidFill>
                  <a:srgbClr val="A64233"/>
                </a:solidFill>
                <a:latin typeface="Arial"/>
                <a:ea typeface="Arial"/>
                <a:cs typeface="Arial"/>
              </a:defRPr>
            </a:lvl9pPr>
          </a:lstStyle>
          <a:p xmlns:a="http://schemas.openxmlformats.org/drawingml/2006/main">
            <a:pPr algn="l">
              <a:defRPr sz="1875" b="1">
                <a:solidFill>
                  <a:srgbClr val="A64233"/>
                </a:solidFill>
                <a:latin typeface="Arial"/>
                <a:ea typeface="Arial"/>
                <a:cs typeface="Arial"/>
              </a:defRPr>
            </a:pPr>
            <a:r>
              <a:rPr sz="1875" b="1">
                <a:solidFill>
                  <a:srgbClr val="A64233"/>
                </a:solidFill>
                <a:latin typeface="Arial"/>
                <a:ea typeface="Arial"/>
                <a:cs typeface="Arial"/>
              </a:rPr>
              <a:t>debug=true</a:t>
            </a:r>
          </a:p>
        </p:txBody>
      </p:sp>
      <p:sp>
        <p:nvSpPr>
          <p:cNvPr id="17" name="">
            <a:extLst xmlns:a="http://schemas.openxmlformats.org/drawingml/2006/main">
              <a:ext uri="{FF2B5EF4-FFF2-40B4-BE49-F238E27FC236}">
                <a16:creationId xmlns:a16="http://schemas.microsoft.com/office/drawing/2014/main" id="{C6EE9FF6-9D76-4404-B13A-FE7B66FE691F}"/>
              </a:ext>
            </a:extLst>
          </p:cNvPr>
          <p:cNvSpPr>
            <a:spLocks xmlns:a="http://schemas.openxmlformats.org/drawingml/2006/main" noGrp="1"/>
          </p:cNvSpPr>
          <p:nvPr/>
        </p:nvSpPr>
        <p:spPr>
          <a:xfrm xmlns:a="http://schemas.openxmlformats.org/drawingml/2006/main">
            <a:off x="3171825" y="5181600"/>
            <a:ext cx="8067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xmlns:a="http://schemas.openxmlformats.org/drawingml/2006/main">
            <a:pPr algn="l">
              <a:defRPr sz="1875" b="0">
                <a:solidFill>
                  <a:srgbClr val="202935"/>
                </a:solidFill>
                <a:latin typeface="Arial"/>
                <a:ea typeface="Arial"/>
                <a:cs typeface="Arial"/>
              </a:defRPr>
            </a:pPr>
            <a:r>
              <a:rPr sz="1875" b="0">
                <a:solidFill>
                  <a:srgbClr val="202935"/>
                </a:solidFill>
                <a:latin typeface="Arial"/>
                <a:ea typeface="Arial"/>
                <a:cs typeface="Arial"/>
              </a:rPr>
              <a:t>Antwort enthält passwordHash für alle Users</a:t>
            </a:r>
          </a:p>
        </p:txBody>
      </p:sp>
    </p:spTree>
    <p:extLst>
      <p:ext uri="{BB962C8B-B14F-4D97-AF65-F5344CB8AC3E}">
        <p14:creationId xmlns:p14="http://schemas.microsoft.com/office/powerpoint/2010/main" val="160148966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CCD19D63-E16F-4B0C-8024-011D11B4939B}"/>
              </a:ext>
            </a:extLst>
          </p:cNvPr>
          <p:cNvCxnSpPr>
            <a:stCxn xmlns:a="http://schemas.openxmlformats.org/drawingml/2006/main" id="8" idx="3"/>
            <a:endCxn xmlns:a="http://schemas.openxmlformats.org/drawingml/2006/main" id="10" idx="1"/>
          </p:cNvCxnSpPr>
          <p:nvPr/>
        </p:nvCxnSpPr>
        <p:spPr>
          <a:xfrm xmlns:a="http://schemas.openxmlformats.org/drawingml/2006/main">
            <a:off x="4419600" y="3076575"/>
            <a:ext cx="790575" cy="52388"/>
          </a:xfrm>
          <a:prstGeom xmlns:a="http://schemas.openxmlformats.org/drawingml/2006/main" prst="straightConnector1">
            <a:avLst/>
          </a:prstGeom>
          <a:ln xmlns:a="http://schemas.openxmlformats.org/drawingml/2006/main" w="23813">
            <a:solidFill>
              <a:srgbClr val="C55A2B"/>
            </a:solidFill>
            <a:prstDash val="solid"/>
            <a:tailEnd type="arrow" w="med" len="med"/>
          </a:ln>
        </p:spPr>
      </p:cxnSp>
      <p:sp>
        <p:nvSpPr>
          <p:cNvPr id="19" name="">
            <a:extLst xmlns:a="http://schemas.openxmlformats.org/drawingml/2006/main">
              <a:ext uri="{FF2B5EF4-FFF2-40B4-BE49-F238E27FC236}">
                <a16:creationId xmlns:a16="http://schemas.microsoft.com/office/drawing/2014/main" id="{4BD4A52F-D432-4A02-9EB0-7561E9B9F136}"/>
              </a:ext>
            </a:extLst>
          </p:cNvPr>
          <p:cNvSpPr>
            <a:spLocks xmlns:a="http://schemas.openxmlformats.org/drawingml/2006/main" noGrp="1"/>
          </p:cNvSpPr>
          <p:nvPr/>
        </p:nvSpPr>
        <p:spPr>
          <a:xfrm xmlns:a="http://schemas.openxmlformats.org/drawingml/2006/main">
            <a:off x="647700" y="542925"/>
            <a:ext cx="66675" cy="438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8D55CD-FFD6-421D-AAF0-688AAE641263}"/>
              </a:ext>
            </a:extLst>
          </p:cNvPr>
          <p:cNvSpPr>
            <a:spLocks xmlns:a="http://schemas.openxmlformats.org/drawingml/2006/main" noGrp="1"/>
          </p:cNvSpPr>
          <p:nvPr/>
        </p:nvSpPr>
        <p:spPr>
          <a:xfrm xmlns:a="http://schemas.openxmlformats.org/drawingml/2006/main">
            <a:off x="876300" y="495300"/>
            <a:ext cx="1062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202935"/>
                </a:solidFill>
                <a:latin typeface="Arial"/>
                <a:ea typeface="Arial"/>
                <a:cs typeface="Arial"/>
              </a:defRPr>
            </a:defPPr>
            <a:lvl1pPr algn="l">
              <a:defRPr sz="2625" b="1">
                <a:solidFill>
                  <a:srgbClr val="202935"/>
                </a:solidFill>
                <a:latin typeface="Arial"/>
                <a:ea typeface="Arial"/>
                <a:cs typeface="Arial"/>
              </a:defRPr>
            </a:lvl1pPr>
            <a:lvl2pPr algn="l">
              <a:defRPr sz="2625" b="1">
                <a:solidFill>
                  <a:srgbClr val="202935"/>
                </a:solidFill>
                <a:latin typeface="Arial"/>
                <a:ea typeface="Arial"/>
                <a:cs typeface="Arial"/>
              </a:defRPr>
            </a:lvl2pPr>
            <a:lvl3pPr algn="l">
              <a:defRPr sz="2625" b="1">
                <a:solidFill>
                  <a:srgbClr val="202935"/>
                </a:solidFill>
                <a:latin typeface="Arial"/>
                <a:ea typeface="Arial"/>
                <a:cs typeface="Arial"/>
              </a:defRPr>
            </a:lvl3pPr>
            <a:lvl4pPr algn="l">
              <a:defRPr sz="2625" b="1">
                <a:solidFill>
                  <a:srgbClr val="202935"/>
                </a:solidFill>
                <a:latin typeface="Arial"/>
                <a:ea typeface="Arial"/>
                <a:cs typeface="Arial"/>
              </a:defRPr>
            </a:lvl4pPr>
            <a:lvl5pPr algn="l">
              <a:defRPr sz="2625" b="1">
                <a:solidFill>
                  <a:srgbClr val="202935"/>
                </a:solidFill>
                <a:latin typeface="Arial"/>
                <a:ea typeface="Arial"/>
                <a:cs typeface="Arial"/>
              </a:defRPr>
            </a:lvl5pPr>
            <a:lvl6pPr algn="l">
              <a:defRPr sz="2625" b="1">
                <a:solidFill>
                  <a:srgbClr val="202935"/>
                </a:solidFill>
                <a:latin typeface="Arial"/>
                <a:ea typeface="Arial"/>
                <a:cs typeface="Arial"/>
              </a:defRPr>
            </a:lvl6pPr>
            <a:lvl7pPr algn="l">
              <a:defRPr sz="2625" b="1">
                <a:solidFill>
                  <a:srgbClr val="202935"/>
                </a:solidFill>
                <a:latin typeface="Arial"/>
                <a:ea typeface="Arial"/>
                <a:cs typeface="Arial"/>
              </a:defRPr>
            </a:lvl7pPr>
            <a:lvl8pPr algn="l">
              <a:defRPr sz="2625" b="1">
                <a:solidFill>
                  <a:srgbClr val="202935"/>
                </a:solidFill>
                <a:latin typeface="Arial"/>
                <a:ea typeface="Arial"/>
                <a:cs typeface="Arial"/>
              </a:defRPr>
            </a:lvl8pPr>
            <a:lvl9pPr algn="l">
              <a:defRPr sz="2625" b="1">
                <a:solidFill>
                  <a:srgbClr val="202935"/>
                </a:solidFill>
                <a:latin typeface="Arial"/>
                <a:ea typeface="Arial"/>
                <a:cs typeface="Arial"/>
              </a:defRPr>
            </a:lvl9pPr>
          </a:lstStyle>
          <a:p xmlns:a="http://schemas.openxmlformats.org/drawingml/2006/main">
            <a:pPr algn="l">
              <a:defRPr sz="2625" b="1">
                <a:solidFill>
                  <a:srgbClr val="202935"/>
                </a:solidFill>
                <a:latin typeface="Arial"/>
                <a:ea typeface="Arial"/>
                <a:cs typeface="Arial"/>
              </a:defRPr>
            </a:pPr>
            <a:r>
              <a:rPr sz="2625" b="1">
                <a:solidFill>
                  <a:srgbClr val="202935"/>
                </a:solidFill>
                <a:latin typeface="Arial"/>
                <a:ea typeface="Arial"/>
                <a:cs typeface="Arial"/>
              </a:rPr>
              <a:t>CVE-2026-22730: SQL-Injection im Filter</a:t>
            </a:r>
          </a:p>
        </p:txBody>
      </p:sp>
      <p:sp>
        <p:nvSpPr>
          <p:cNvPr id="3" name="">
            <a:extLst xmlns:a="http://schemas.openxmlformats.org/drawingml/2006/main">
              <a:ext uri="{FF2B5EF4-FFF2-40B4-BE49-F238E27FC236}">
                <a16:creationId xmlns:a16="http://schemas.microsoft.com/office/drawing/2014/main" id="{B2486AC5-74BE-4D38-B8F7-9A7F7A458B99}"/>
              </a:ext>
            </a:extLst>
          </p:cNvPr>
          <p:cNvSpPr>
            <a:spLocks xmlns:a="http://schemas.openxmlformats.org/drawingml/2006/main" noGrp="1"/>
          </p:cNvSpPr>
          <p:nvPr/>
        </p:nvSpPr>
        <p:spPr>
          <a:xfrm xmlns:a="http://schemas.openxmlformats.org/drawingml/2006/main">
            <a:off x="647700" y="6191250"/>
            <a:ext cx="10877550" cy="0"/>
          </a:xfrm>
          <a:prstGeom xmlns:a="http://schemas.openxmlformats.org/drawingml/2006/main" prst="line">
            <a:avLst/>
          </a:prstGeom>
          <a:ln xmlns:a="http://schemas.openxmlformats.org/drawingml/2006/main" w="9525">
            <a:solidFill>
              <a:srgbClr val="E7E1D7"/>
            </a:solidFill>
            <a:prstDash val="solid"/>
          </a:ln>
        </p:spPr>
      </p:sp>
      <p:sp>
        <p:nvSpPr>
          <p:cNvPr id="4" name="">
            <a:extLst xmlns:a="http://schemas.openxmlformats.org/drawingml/2006/main">
              <a:ext uri="{FF2B5EF4-FFF2-40B4-BE49-F238E27FC236}">
                <a16:creationId xmlns:a16="http://schemas.microsoft.com/office/drawing/2014/main" id="{F7E2719E-C8BC-479A-9ADB-804D04A403BD}"/>
              </a:ext>
            </a:extLst>
          </p:cNvPr>
          <p:cNvSpPr>
            <a:spLocks xmlns:a="http://schemas.openxmlformats.org/drawingml/2006/main" noGrp="1"/>
          </p:cNvSpPr>
          <p:nvPr/>
        </p:nvSpPr>
        <p:spPr>
          <a:xfrm xmlns:a="http://schemas.openxmlformats.org/drawingml/2006/main">
            <a:off x="647700" y="6296025"/>
            <a:ext cx="276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D6872"/>
                </a:solidFill>
                <a:latin typeface="Arial"/>
                <a:ea typeface="Arial"/>
                <a:cs typeface="Arial"/>
              </a:defRPr>
            </a:defPPr>
            <a:lvl1pPr algn="l">
              <a:defRPr sz="1125" b="0">
                <a:solidFill>
                  <a:srgbClr val="5D6872"/>
                </a:solidFill>
                <a:latin typeface="Arial"/>
                <a:ea typeface="Arial"/>
                <a:cs typeface="Arial"/>
              </a:defRPr>
            </a:lvl1pPr>
            <a:lvl2pPr algn="l">
              <a:defRPr sz="1125" b="0">
                <a:solidFill>
                  <a:srgbClr val="5D6872"/>
                </a:solidFill>
                <a:latin typeface="Arial"/>
                <a:ea typeface="Arial"/>
                <a:cs typeface="Arial"/>
              </a:defRPr>
            </a:lvl2pPr>
            <a:lvl3pPr algn="l">
              <a:defRPr sz="1125" b="0">
                <a:solidFill>
                  <a:srgbClr val="5D6872"/>
                </a:solidFill>
                <a:latin typeface="Arial"/>
                <a:ea typeface="Arial"/>
                <a:cs typeface="Arial"/>
              </a:defRPr>
            </a:lvl3pPr>
            <a:lvl4pPr algn="l">
              <a:defRPr sz="1125" b="0">
                <a:solidFill>
                  <a:srgbClr val="5D6872"/>
                </a:solidFill>
                <a:latin typeface="Arial"/>
                <a:ea typeface="Arial"/>
                <a:cs typeface="Arial"/>
              </a:defRPr>
            </a:lvl4pPr>
            <a:lvl5pPr algn="l">
              <a:defRPr sz="1125" b="0">
                <a:solidFill>
                  <a:srgbClr val="5D6872"/>
                </a:solidFill>
                <a:latin typeface="Arial"/>
                <a:ea typeface="Arial"/>
                <a:cs typeface="Arial"/>
              </a:defRPr>
            </a:lvl5pPr>
            <a:lvl6pPr algn="l">
              <a:defRPr sz="1125" b="0">
                <a:solidFill>
                  <a:srgbClr val="5D6872"/>
                </a:solidFill>
                <a:latin typeface="Arial"/>
                <a:ea typeface="Arial"/>
                <a:cs typeface="Arial"/>
              </a:defRPr>
            </a:lvl6pPr>
            <a:lvl7pPr algn="l">
              <a:defRPr sz="1125" b="0">
                <a:solidFill>
                  <a:srgbClr val="5D6872"/>
                </a:solidFill>
                <a:latin typeface="Arial"/>
                <a:ea typeface="Arial"/>
                <a:cs typeface="Arial"/>
              </a:defRPr>
            </a:lvl7pPr>
            <a:lvl8pPr algn="l">
              <a:defRPr sz="1125" b="0">
                <a:solidFill>
                  <a:srgbClr val="5D6872"/>
                </a:solidFill>
                <a:latin typeface="Arial"/>
                <a:ea typeface="Arial"/>
                <a:cs typeface="Arial"/>
              </a:defRPr>
            </a:lvl8pPr>
            <a:lvl9pPr algn="l">
              <a:defRPr sz="1125" b="0">
                <a:solidFill>
                  <a:srgbClr val="5D6872"/>
                </a:solidFill>
                <a:latin typeface="Arial"/>
                <a:ea typeface="Arial"/>
                <a:cs typeface="Arial"/>
              </a:defRPr>
            </a:lvl9pPr>
          </a:lstStyle>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OrgArchive</a:t>
            </a:r>
          </a:p>
        </p:txBody>
      </p:sp>
      <p:sp>
        <p:nvSpPr>
          <p:cNvPr id="5" name="">
            <a:extLst xmlns:a="http://schemas.openxmlformats.org/drawingml/2006/main">
              <a:ext uri="{FF2B5EF4-FFF2-40B4-BE49-F238E27FC236}">
                <a16:creationId xmlns:a16="http://schemas.microsoft.com/office/drawing/2014/main" id="{CF951D0B-915A-473A-AF7D-06EE2579F92F}"/>
              </a:ext>
            </a:extLst>
          </p:cNvPr>
          <p:cNvSpPr>
            <a:spLocks xmlns:a="http://schemas.openxmlformats.org/drawingml/2006/main" noGrp="1"/>
          </p:cNvSpPr>
          <p:nvPr/>
        </p:nvSpPr>
        <p:spPr>
          <a:xfrm xmlns:a="http://schemas.openxmlformats.org/drawingml/2006/main">
            <a:off x="11049000" y="629602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5D6872"/>
                </a:solidFill>
                <a:latin typeface="Arial"/>
                <a:ea typeface="Arial"/>
                <a:cs typeface="Arial"/>
              </a:defRPr>
            </a:defPPr>
            <a:lvl1pPr algn="r">
              <a:defRPr sz="1125" b="0">
                <a:solidFill>
                  <a:srgbClr val="5D6872"/>
                </a:solidFill>
                <a:latin typeface="Arial"/>
                <a:ea typeface="Arial"/>
                <a:cs typeface="Arial"/>
              </a:defRPr>
            </a:lvl1pPr>
            <a:lvl2pPr algn="r">
              <a:defRPr sz="1125" b="0">
                <a:solidFill>
                  <a:srgbClr val="5D6872"/>
                </a:solidFill>
                <a:latin typeface="Arial"/>
                <a:ea typeface="Arial"/>
                <a:cs typeface="Arial"/>
              </a:defRPr>
            </a:lvl2pPr>
            <a:lvl3pPr algn="r">
              <a:defRPr sz="1125" b="0">
                <a:solidFill>
                  <a:srgbClr val="5D6872"/>
                </a:solidFill>
                <a:latin typeface="Arial"/>
                <a:ea typeface="Arial"/>
                <a:cs typeface="Arial"/>
              </a:defRPr>
            </a:lvl3pPr>
            <a:lvl4pPr algn="r">
              <a:defRPr sz="1125" b="0">
                <a:solidFill>
                  <a:srgbClr val="5D6872"/>
                </a:solidFill>
                <a:latin typeface="Arial"/>
                <a:ea typeface="Arial"/>
                <a:cs typeface="Arial"/>
              </a:defRPr>
            </a:lvl4pPr>
            <a:lvl5pPr algn="r">
              <a:defRPr sz="1125" b="0">
                <a:solidFill>
                  <a:srgbClr val="5D6872"/>
                </a:solidFill>
                <a:latin typeface="Arial"/>
                <a:ea typeface="Arial"/>
                <a:cs typeface="Arial"/>
              </a:defRPr>
            </a:lvl5pPr>
            <a:lvl6pPr algn="r">
              <a:defRPr sz="1125" b="0">
                <a:solidFill>
                  <a:srgbClr val="5D6872"/>
                </a:solidFill>
                <a:latin typeface="Arial"/>
                <a:ea typeface="Arial"/>
                <a:cs typeface="Arial"/>
              </a:defRPr>
            </a:lvl6pPr>
            <a:lvl7pPr algn="r">
              <a:defRPr sz="1125" b="0">
                <a:solidFill>
                  <a:srgbClr val="5D6872"/>
                </a:solidFill>
                <a:latin typeface="Arial"/>
                <a:ea typeface="Arial"/>
                <a:cs typeface="Arial"/>
              </a:defRPr>
            </a:lvl7pPr>
            <a:lvl8pPr algn="r">
              <a:defRPr sz="1125" b="0">
                <a:solidFill>
                  <a:srgbClr val="5D6872"/>
                </a:solidFill>
                <a:latin typeface="Arial"/>
                <a:ea typeface="Arial"/>
                <a:cs typeface="Arial"/>
              </a:defRPr>
            </a:lvl8pPr>
            <a:lvl9pPr algn="r">
              <a:defRPr sz="1125" b="0">
                <a:solidFill>
                  <a:srgbClr val="5D6872"/>
                </a:solidFill>
                <a:latin typeface="Arial"/>
                <a:ea typeface="Arial"/>
                <a:cs typeface="Arial"/>
              </a:defRPr>
            </a:lvl9pPr>
          </a:lstStyle>
          <a:p xmlns:a="http://schemas.openxmlformats.org/drawingml/2006/main">
            <a:pPr algn="r">
              <a:defRPr sz="1125" b="0">
                <a:solidFill>
                  <a:srgbClr val="5D6872"/>
                </a:solidFill>
                <a:latin typeface="Arial"/>
                <a:ea typeface="Arial"/>
                <a:cs typeface="Arial"/>
              </a:defRPr>
            </a:pPr>
            <a:r>
              <a:rPr sz="1125" b="0">
                <a:solidFill>
                  <a:srgbClr val="5D6872"/>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0A3C99B9-6F3A-401D-9F35-089DD0A27D89}"/>
              </a:ext>
            </a:extLst>
          </p:cNvPr>
          <p:cNvSpPr>
            <a:spLocks xmlns:a="http://schemas.openxmlformats.org/drawingml/2006/main" noGrp="1"/>
          </p:cNvSpPr>
          <p:nvPr/>
        </p:nvSpPr>
        <p:spPr>
          <a:xfrm xmlns:a="http://schemas.openxmlformats.org/drawingml/2006/main">
            <a:off x="685800" y="1657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5D6872"/>
                </a:solidFill>
                <a:latin typeface="Arial"/>
                <a:ea typeface="Arial"/>
                <a:cs typeface="Arial"/>
              </a:defRPr>
            </a:defPPr>
            <a:lvl1pPr algn="l">
              <a:defRPr sz="1725" b="0">
                <a:solidFill>
                  <a:srgbClr val="5D6872"/>
                </a:solidFill>
                <a:latin typeface="Arial"/>
                <a:ea typeface="Arial"/>
                <a:cs typeface="Arial"/>
              </a:defRPr>
            </a:lvl1pPr>
            <a:lvl2pPr algn="l">
              <a:defRPr sz="1725" b="0">
                <a:solidFill>
                  <a:srgbClr val="5D6872"/>
                </a:solidFill>
                <a:latin typeface="Arial"/>
                <a:ea typeface="Arial"/>
                <a:cs typeface="Arial"/>
              </a:defRPr>
            </a:lvl2pPr>
            <a:lvl3pPr algn="l">
              <a:defRPr sz="1725" b="0">
                <a:solidFill>
                  <a:srgbClr val="5D6872"/>
                </a:solidFill>
                <a:latin typeface="Arial"/>
                <a:ea typeface="Arial"/>
                <a:cs typeface="Arial"/>
              </a:defRPr>
            </a:lvl3pPr>
            <a:lvl4pPr algn="l">
              <a:defRPr sz="1725" b="0">
                <a:solidFill>
                  <a:srgbClr val="5D6872"/>
                </a:solidFill>
                <a:latin typeface="Arial"/>
                <a:ea typeface="Arial"/>
                <a:cs typeface="Arial"/>
              </a:defRPr>
            </a:lvl4pPr>
            <a:lvl5pPr algn="l">
              <a:defRPr sz="1725" b="0">
                <a:solidFill>
                  <a:srgbClr val="5D6872"/>
                </a:solidFill>
                <a:latin typeface="Arial"/>
                <a:ea typeface="Arial"/>
                <a:cs typeface="Arial"/>
              </a:defRPr>
            </a:lvl5pPr>
            <a:lvl6pPr algn="l">
              <a:defRPr sz="1725" b="0">
                <a:solidFill>
                  <a:srgbClr val="5D6872"/>
                </a:solidFill>
                <a:latin typeface="Arial"/>
                <a:ea typeface="Arial"/>
                <a:cs typeface="Arial"/>
              </a:defRPr>
            </a:lvl6pPr>
            <a:lvl7pPr algn="l">
              <a:defRPr sz="1725" b="0">
                <a:solidFill>
                  <a:srgbClr val="5D6872"/>
                </a:solidFill>
                <a:latin typeface="Arial"/>
                <a:ea typeface="Arial"/>
                <a:cs typeface="Arial"/>
              </a:defRPr>
            </a:lvl7pPr>
            <a:lvl8pPr algn="l">
              <a:defRPr sz="1725" b="0">
                <a:solidFill>
                  <a:srgbClr val="5D6872"/>
                </a:solidFill>
                <a:latin typeface="Arial"/>
                <a:ea typeface="Arial"/>
                <a:cs typeface="Arial"/>
              </a:defRPr>
            </a:lvl8pPr>
            <a:lvl9pPr algn="l">
              <a:defRPr sz="1725" b="0">
                <a:solidFill>
                  <a:srgbClr val="5D6872"/>
                </a:solidFill>
                <a:latin typeface="Arial"/>
                <a:ea typeface="Arial"/>
                <a:cs typeface="Arial"/>
              </a:defRPr>
            </a:lvl9pPr>
          </a:lstStyle>
          <a:p xmlns:a="http://schemas.openxmlformats.org/drawingml/2006/main">
            <a:pPr algn="l">
              <a:defRPr sz="1725" b="0">
                <a:solidFill>
                  <a:srgbClr val="5D6872"/>
                </a:solidFill>
                <a:latin typeface="Arial"/>
                <a:ea typeface="Arial"/>
                <a:cs typeface="Arial"/>
              </a:defRPr>
            </a:pPr>
            <a:r>
              <a:rPr sz="1725" b="0">
                <a:solidFill>
                  <a:srgbClr val="5D6872"/>
                </a:solidFill>
                <a:latin typeface="Arial"/>
                <a:ea typeface="Arial"/>
                <a:cs typeface="Arial"/>
              </a:rPr>
              <a:t>Request: category =</a:t>
            </a:r>
          </a:p>
        </p:txBody>
      </p:sp>
      <p:sp>
        <p:nvSpPr>
          <p:cNvPr id="7" name="">
            <a:extLst xmlns:a="http://schemas.openxmlformats.org/drawingml/2006/main">
              <a:ext uri="{FF2B5EF4-FFF2-40B4-BE49-F238E27FC236}">
                <a16:creationId xmlns:a16="http://schemas.microsoft.com/office/drawing/2014/main" id="{D246EAF9-84D8-4AB4-960E-5DC1B9BC7E10}"/>
              </a:ext>
            </a:extLst>
          </p:cNvPr>
          <p:cNvSpPr>
            <a:spLocks xmlns:a="http://schemas.openxmlformats.org/drawingml/2006/main" noGrp="1"/>
          </p:cNvSpPr>
          <p:nvPr/>
        </p:nvSpPr>
        <p:spPr>
          <a:xfrm xmlns:a="http://schemas.openxmlformats.org/drawingml/2006/main">
            <a:off x="3524250" y="16573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A64233"/>
                </a:solidFill>
                <a:latin typeface="Arial"/>
                <a:ea typeface="Arial"/>
                <a:cs typeface="Arial"/>
              </a:defRPr>
            </a:defPPr>
            <a:lvl1pPr algn="l">
              <a:defRPr sz="1875" b="1">
                <a:solidFill>
                  <a:srgbClr val="A64233"/>
                </a:solidFill>
                <a:latin typeface="Arial"/>
                <a:ea typeface="Arial"/>
                <a:cs typeface="Arial"/>
              </a:defRPr>
            </a:lvl1pPr>
            <a:lvl2pPr algn="l">
              <a:defRPr sz="1875" b="1">
                <a:solidFill>
                  <a:srgbClr val="A64233"/>
                </a:solidFill>
                <a:latin typeface="Arial"/>
                <a:ea typeface="Arial"/>
                <a:cs typeface="Arial"/>
              </a:defRPr>
            </a:lvl2pPr>
            <a:lvl3pPr algn="l">
              <a:defRPr sz="1875" b="1">
                <a:solidFill>
                  <a:srgbClr val="A64233"/>
                </a:solidFill>
                <a:latin typeface="Arial"/>
                <a:ea typeface="Arial"/>
                <a:cs typeface="Arial"/>
              </a:defRPr>
            </a:lvl3pPr>
            <a:lvl4pPr algn="l">
              <a:defRPr sz="1875" b="1">
                <a:solidFill>
                  <a:srgbClr val="A64233"/>
                </a:solidFill>
                <a:latin typeface="Arial"/>
                <a:ea typeface="Arial"/>
                <a:cs typeface="Arial"/>
              </a:defRPr>
            </a:lvl4pPr>
            <a:lvl5pPr algn="l">
              <a:defRPr sz="1875" b="1">
                <a:solidFill>
                  <a:srgbClr val="A64233"/>
                </a:solidFill>
                <a:latin typeface="Arial"/>
                <a:ea typeface="Arial"/>
                <a:cs typeface="Arial"/>
              </a:defRPr>
            </a:lvl5pPr>
            <a:lvl6pPr algn="l">
              <a:defRPr sz="1875" b="1">
                <a:solidFill>
                  <a:srgbClr val="A64233"/>
                </a:solidFill>
                <a:latin typeface="Arial"/>
                <a:ea typeface="Arial"/>
                <a:cs typeface="Arial"/>
              </a:defRPr>
            </a:lvl6pPr>
            <a:lvl7pPr algn="l">
              <a:defRPr sz="1875" b="1">
                <a:solidFill>
                  <a:srgbClr val="A64233"/>
                </a:solidFill>
                <a:latin typeface="Arial"/>
                <a:ea typeface="Arial"/>
                <a:cs typeface="Arial"/>
              </a:defRPr>
            </a:lvl7pPr>
            <a:lvl8pPr algn="l">
              <a:defRPr sz="1875" b="1">
                <a:solidFill>
                  <a:srgbClr val="A64233"/>
                </a:solidFill>
                <a:latin typeface="Arial"/>
                <a:ea typeface="Arial"/>
                <a:cs typeface="Arial"/>
              </a:defRPr>
            </a:lvl8pPr>
            <a:lvl9pPr algn="l">
              <a:defRPr sz="1875" b="1">
                <a:solidFill>
                  <a:srgbClr val="A64233"/>
                </a:solidFill>
                <a:latin typeface="Arial"/>
                <a:ea typeface="Arial"/>
                <a:cs typeface="Arial"/>
              </a:defRPr>
            </a:lvl9pPr>
          </a:lstStyle>
          <a:p xmlns:a="http://schemas.openxmlformats.org/drawingml/2006/main">
            <a:pPr algn="l">
              <a:defRPr sz="1875" b="1">
                <a:solidFill>
                  <a:srgbClr val="A64233"/>
                </a:solidFill>
                <a:latin typeface="Arial"/>
                <a:ea typeface="Arial"/>
                <a:cs typeface="Arial"/>
              </a:defRPr>
            </a:pPr>
            <a:r>
              <a:rPr sz="1875" b="1">
                <a:solidFill>
                  <a:srgbClr val="A64233"/>
                </a:solidFill>
                <a:latin typeface="Arial"/>
                <a:ea typeface="Arial"/>
                <a:cs typeface="Arial"/>
              </a:rPr>
              <a:t>report' OR '1'='1</a:t>
            </a:r>
          </a:p>
        </p:txBody>
      </p:sp>
      <p:sp>
        <p:nvSpPr>
          <p:cNvPr id="8" name="Spring AI&#10;MariaDBFilterExpressionConverter">
            <a:extLst xmlns:a="http://schemas.openxmlformats.org/drawingml/2006/main">
              <a:ext uri="{FF2B5EF4-FFF2-40B4-BE49-F238E27FC236}">
                <a16:creationId xmlns:a16="http://schemas.microsoft.com/office/drawing/2014/main" id="{F6D7DD0A-20A5-4713-993E-161502282AFC}"/>
              </a:ext>
            </a:extLst>
          </p:cNvPr>
          <p:cNvSpPr>
            <a:spLocks xmlns:a="http://schemas.openxmlformats.org/drawingml/2006/main" noGrp="1"/>
          </p:cNvSpPr>
          <p:nvPr/>
        </p:nvSpPr>
        <p:spPr>
          <a:xfrm xmlns:a="http://schemas.openxmlformats.org/drawingml/2006/main">
            <a:off x="704850" y="2466975"/>
            <a:ext cx="3714750" cy="1219200"/>
          </a:xfrm>
          <a:prstGeom xmlns:a="http://schemas.openxmlformats.org/drawingml/2006/main" prst="rect">
            <a:avLst/>
          </a:prstGeom>
          <a:solidFill xmlns:a="http://schemas.openxmlformats.org/drawingml/2006/main">
            <a:srgbClr val="F7F5F0"/>
          </a:solidFill>
          <a:ln xmlns:a="http://schemas.openxmlformats.org/drawingml/2006/main" w="14288">
            <a:solidFill>
              <a:srgbClr val="5D6872"/>
            </a:solidFill>
            <a:prstDash val="solid"/>
          </a:ln>
        </p:spPr>
      </p:sp>
      <p:sp>
        <p:nvSpPr>
          <p:cNvPr id="9" name="">
            <a:extLst xmlns:a="http://schemas.openxmlformats.org/drawingml/2006/main">
              <a:ext uri="{FF2B5EF4-FFF2-40B4-BE49-F238E27FC236}">
                <a16:creationId xmlns:a16="http://schemas.microsoft.com/office/drawing/2014/main" id="{514FE6C3-1AB6-4392-8378-11C2D41A8738}"/>
              </a:ext>
            </a:extLst>
          </p:cNvPr>
          <p:cNvSpPr>
            <a:spLocks xmlns:a="http://schemas.openxmlformats.org/drawingml/2006/main" noGrp="1"/>
          </p:cNvSpPr>
          <p:nvPr/>
        </p:nvSpPr>
        <p:spPr>
          <a:xfrm xmlns:a="http://schemas.openxmlformats.org/drawingml/2006/main">
            <a:off x="838200" y="2524125"/>
            <a:ext cx="3448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02935"/>
                </a:solidFill>
                <a:latin typeface="Arial"/>
                <a:ea typeface="Arial"/>
                <a:cs typeface="Arial"/>
              </a:defRPr>
            </a:defPPr>
            <a:lvl1pPr algn="ctr">
              <a:defRPr sz="1350" b="1">
                <a:solidFill>
                  <a:srgbClr val="202935"/>
                </a:solidFill>
                <a:latin typeface="Arial"/>
                <a:ea typeface="Arial"/>
                <a:cs typeface="Arial"/>
              </a:defRPr>
            </a:lvl1pPr>
            <a:lvl2pPr algn="ctr">
              <a:defRPr sz="1350" b="1">
                <a:solidFill>
                  <a:srgbClr val="202935"/>
                </a:solidFill>
                <a:latin typeface="Arial"/>
                <a:ea typeface="Arial"/>
                <a:cs typeface="Arial"/>
              </a:defRPr>
            </a:lvl2pPr>
            <a:lvl3pPr algn="ctr">
              <a:defRPr sz="1350" b="1">
                <a:solidFill>
                  <a:srgbClr val="202935"/>
                </a:solidFill>
                <a:latin typeface="Arial"/>
                <a:ea typeface="Arial"/>
                <a:cs typeface="Arial"/>
              </a:defRPr>
            </a:lvl3pPr>
            <a:lvl4pPr algn="ctr">
              <a:defRPr sz="1350" b="1">
                <a:solidFill>
                  <a:srgbClr val="202935"/>
                </a:solidFill>
                <a:latin typeface="Arial"/>
                <a:ea typeface="Arial"/>
                <a:cs typeface="Arial"/>
              </a:defRPr>
            </a:lvl4pPr>
            <a:lvl5pPr algn="ctr">
              <a:defRPr sz="1350" b="1">
                <a:solidFill>
                  <a:srgbClr val="202935"/>
                </a:solidFill>
                <a:latin typeface="Arial"/>
                <a:ea typeface="Arial"/>
                <a:cs typeface="Arial"/>
              </a:defRPr>
            </a:lvl5pPr>
            <a:lvl6pPr algn="ctr">
              <a:defRPr sz="1350" b="1">
                <a:solidFill>
                  <a:srgbClr val="202935"/>
                </a:solidFill>
                <a:latin typeface="Arial"/>
                <a:ea typeface="Arial"/>
                <a:cs typeface="Arial"/>
              </a:defRPr>
            </a:lvl6pPr>
            <a:lvl7pPr algn="ctr">
              <a:defRPr sz="1350" b="1">
                <a:solidFill>
                  <a:srgbClr val="202935"/>
                </a:solidFill>
                <a:latin typeface="Arial"/>
                <a:ea typeface="Arial"/>
                <a:cs typeface="Arial"/>
              </a:defRPr>
            </a:lvl7pPr>
            <a:lvl8pPr algn="ctr">
              <a:defRPr sz="1350" b="1">
                <a:solidFill>
                  <a:srgbClr val="202935"/>
                </a:solidFill>
                <a:latin typeface="Arial"/>
                <a:ea typeface="Arial"/>
                <a:cs typeface="Arial"/>
              </a:defRPr>
            </a:lvl8pPr>
            <a:lvl9pPr algn="ctr">
              <a:defRPr sz="1350" b="1">
                <a:solidFill>
                  <a:srgbClr val="202935"/>
                </a:solidFill>
                <a:latin typeface="Arial"/>
                <a:ea typeface="Arial"/>
                <a:cs typeface="Arial"/>
              </a:defRPr>
            </a:lvl9pPr>
          </a:lstStyle>
          <a:p xmlns:a="http://schemas.openxmlformats.org/drawingml/2006/main">
            <a:pPr algn="ctr">
              <a:defRPr sz="1350" b="1">
                <a:solidFill>
                  <a:srgbClr val="202935"/>
                </a:solidFill>
                <a:latin typeface="Arial"/>
                <a:ea typeface="Arial"/>
                <a:cs typeface="Arial"/>
              </a:defRPr>
            </a:pPr>
            <a:r>
              <a:rPr sz="1350" b="1">
                <a:solidFill>
                  <a:srgbClr val="202935"/>
                </a:solidFill>
                <a:latin typeface="Arial"/>
                <a:ea typeface="Arial"/>
                <a:cs typeface="Arial"/>
              </a:rPr>
              <a:t>Spring AI</a:t>
            </a:r>
          </a:p>
          <a:p xmlns:a="http://schemas.openxmlformats.org/drawingml/2006/main">
            <a:pPr algn="ctr">
              <a:defRPr sz="1350" b="1">
                <a:solidFill>
                  <a:srgbClr val="202935"/>
                </a:solidFill>
                <a:latin typeface="Arial"/>
                <a:ea typeface="Arial"/>
                <a:cs typeface="Arial"/>
              </a:defRPr>
            </a:pPr>
            <a:r>
              <a:rPr sz="1350" b="1">
                <a:solidFill>
                  <a:srgbClr val="202935"/>
                </a:solidFill>
                <a:latin typeface="Arial"/>
                <a:ea typeface="Arial"/>
                <a:cs typeface="Arial"/>
              </a:rPr>
              <a:t>MariaDBFilterExpressionConverter</a:t>
            </a:r>
          </a:p>
        </p:txBody>
      </p:sp>
      <p:sp>
        <p:nvSpPr>
          <p:cNvPr id="10" name="WHERE organization_uuid = ?&#10;AND JSON_VALUE(metadata, '$.category') =&#10;'report' OR '1'='1'">
            <a:extLst xmlns:a="http://schemas.openxmlformats.org/drawingml/2006/main">
              <a:ext uri="{FF2B5EF4-FFF2-40B4-BE49-F238E27FC236}">
                <a16:creationId xmlns:a16="http://schemas.microsoft.com/office/drawing/2014/main" id="{2DBCEC96-EE07-40E7-9FB3-309D281D2AE8}"/>
              </a:ext>
            </a:extLst>
          </p:cNvPr>
          <p:cNvSpPr>
            <a:spLocks xmlns:a="http://schemas.openxmlformats.org/drawingml/2006/main" noGrp="1"/>
          </p:cNvSpPr>
          <p:nvPr/>
        </p:nvSpPr>
        <p:spPr>
          <a:xfrm xmlns:a="http://schemas.openxmlformats.org/drawingml/2006/main">
            <a:off x="5210175" y="2381250"/>
            <a:ext cx="6134100" cy="1495425"/>
          </a:xfrm>
          <a:prstGeom xmlns:a="http://schemas.openxmlformats.org/drawingml/2006/main" prst="rect">
            <a:avLst/>
          </a:prstGeom>
          <a:solidFill xmlns:a="http://schemas.openxmlformats.org/drawingml/2006/main">
            <a:srgbClr val="F7F5F0"/>
          </a:solidFill>
          <a:ln xmlns:a="http://schemas.openxmlformats.org/drawingml/2006/main" w="14288">
            <a:solidFill>
              <a:srgbClr val="A64233"/>
            </a:solidFill>
            <a:prstDash val="solid"/>
          </a:ln>
        </p:spPr>
      </p:sp>
      <p:sp>
        <p:nvSpPr>
          <p:cNvPr id="11" name="">
            <a:extLst xmlns:a="http://schemas.openxmlformats.org/drawingml/2006/main">
              <a:ext uri="{FF2B5EF4-FFF2-40B4-BE49-F238E27FC236}">
                <a16:creationId xmlns:a16="http://schemas.microsoft.com/office/drawing/2014/main" id="{CF632683-98D5-4CC2-BD5C-4897DF1DA974}"/>
              </a:ext>
            </a:extLst>
          </p:cNvPr>
          <p:cNvSpPr>
            <a:spLocks xmlns:a="http://schemas.openxmlformats.org/drawingml/2006/main" noGrp="1"/>
          </p:cNvSpPr>
          <p:nvPr/>
        </p:nvSpPr>
        <p:spPr>
          <a:xfrm xmlns:a="http://schemas.openxmlformats.org/drawingml/2006/main">
            <a:off x="5343525" y="2438400"/>
            <a:ext cx="58674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202935"/>
                </a:solidFill>
                <a:latin typeface="Arial"/>
                <a:ea typeface="Arial"/>
                <a:cs typeface="Arial"/>
              </a:defRPr>
            </a:defPPr>
            <a:lvl1pPr algn="ctr">
              <a:defRPr sz="1650" b="0">
                <a:solidFill>
                  <a:srgbClr val="202935"/>
                </a:solidFill>
                <a:latin typeface="Arial"/>
                <a:ea typeface="Arial"/>
                <a:cs typeface="Arial"/>
              </a:defRPr>
            </a:lvl1pPr>
            <a:lvl2pPr algn="ctr">
              <a:defRPr sz="1650" b="0">
                <a:solidFill>
                  <a:srgbClr val="202935"/>
                </a:solidFill>
                <a:latin typeface="Arial"/>
                <a:ea typeface="Arial"/>
                <a:cs typeface="Arial"/>
              </a:defRPr>
            </a:lvl2pPr>
            <a:lvl3pPr algn="ctr">
              <a:defRPr sz="1650" b="0">
                <a:solidFill>
                  <a:srgbClr val="202935"/>
                </a:solidFill>
                <a:latin typeface="Arial"/>
                <a:ea typeface="Arial"/>
                <a:cs typeface="Arial"/>
              </a:defRPr>
            </a:lvl3pPr>
            <a:lvl4pPr algn="ctr">
              <a:defRPr sz="1650" b="0">
                <a:solidFill>
                  <a:srgbClr val="202935"/>
                </a:solidFill>
                <a:latin typeface="Arial"/>
                <a:ea typeface="Arial"/>
                <a:cs typeface="Arial"/>
              </a:defRPr>
            </a:lvl4pPr>
            <a:lvl5pPr algn="ctr">
              <a:defRPr sz="1650" b="0">
                <a:solidFill>
                  <a:srgbClr val="202935"/>
                </a:solidFill>
                <a:latin typeface="Arial"/>
                <a:ea typeface="Arial"/>
                <a:cs typeface="Arial"/>
              </a:defRPr>
            </a:lvl5pPr>
            <a:lvl6pPr algn="ctr">
              <a:defRPr sz="1650" b="0">
                <a:solidFill>
                  <a:srgbClr val="202935"/>
                </a:solidFill>
                <a:latin typeface="Arial"/>
                <a:ea typeface="Arial"/>
                <a:cs typeface="Arial"/>
              </a:defRPr>
            </a:lvl6pPr>
            <a:lvl7pPr algn="ctr">
              <a:defRPr sz="1650" b="0">
                <a:solidFill>
                  <a:srgbClr val="202935"/>
                </a:solidFill>
                <a:latin typeface="Arial"/>
                <a:ea typeface="Arial"/>
                <a:cs typeface="Arial"/>
              </a:defRPr>
            </a:lvl7pPr>
            <a:lvl8pPr algn="ctr">
              <a:defRPr sz="1650" b="0">
                <a:solidFill>
                  <a:srgbClr val="202935"/>
                </a:solidFill>
                <a:latin typeface="Arial"/>
                <a:ea typeface="Arial"/>
                <a:cs typeface="Arial"/>
              </a:defRPr>
            </a:lvl8pPr>
            <a:lvl9pPr algn="ctr">
              <a:defRPr sz="1650" b="0">
                <a:solidFill>
                  <a:srgbClr val="202935"/>
                </a:solidFill>
                <a:latin typeface="Arial"/>
                <a:ea typeface="Arial"/>
                <a:cs typeface="Arial"/>
              </a:defRPr>
            </a:lvl9pPr>
          </a:lstStyle>
          <a:p xmlns:a="http://schemas.openxmlformats.org/drawingml/2006/main">
            <a:pPr algn="ctr">
              <a:defRPr sz="1650" b="0">
                <a:solidFill>
                  <a:srgbClr val="202935"/>
                </a:solidFill>
                <a:latin typeface="Arial"/>
                <a:ea typeface="Arial"/>
                <a:cs typeface="Arial"/>
              </a:defRPr>
            </a:pPr>
            <a:r>
              <a:rPr sz="1650" b="0">
                <a:solidFill>
                  <a:srgbClr val="202935"/>
                </a:solidFill>
                <a:latin typeface="Arial"/>
                <a:ea typeface="Arial"/>
                <a:cs typeface="Arial"/>
              </a:rPr>
              <a:t>WHERE organization_uuid = ?</a:t>
            </a:r>
          </a:p>
          <a:p xmlns:a="http://schemas.openxmlformats.org/drawingml/2006/main">
            <a:pPr algn="ctr">
              <a:defRPr sz="1650" b="0">
                <a:solidFill>
                  <a:srgbClr val="202935"/>
                </a:solidFill>
                <a:latin typeface="Arial"/>
                <a:ea typeface="Arial"/>
                <a:cs typeface="Arial"/>
              </a:defRPr>
            </a:pPr>
            <a:r>
              <a:rPr sz="1650" b="0">
                <a:solidFill>
                  <a:srgbClr val="202935"/>
                </a:solidFill>
                <a:latin typeface="Arial"/>
                <a:ea typeface="Arial"/>
                <a:cs typeface="Arial"/>
              </a:rPr>
              <a:t>AND JSON_VALUE(metadata, '$.category') =</a:t>
            </a:r>
          </a:p>
          <a:p xmlns:a="http://schemas.openxmlformats.org/drawingml/2006/main">
            <a:pPr algn="ctr">
              <a:defRPr sz="1650" b="0">
                <a:solidFill>
                  <a:srgbClr val="202935"/>
                </a:solidFill>
                <a:latin typeface="Arial"/>
                <a:ea typeface="Arial"/>
                <a:cs typeface="Arial"/>
              </a:defRPr>
            </a:pPr>
            <a:r>
              <a:rPr sz="1650" b="0">
                <a:solidFill>
                  <a:srgbClr val="202935"/>
                </a:solidFill>
                <a:latin typeface="Arial"/>
                <a:ea typeface="Arial"/>
                <a:cs typeface="Arial"/>
              </a:rPr>
              <a:t>'report' OR '1'='1'</a:t>
            </a:r>
          </a:p>
        </p:txBody>
      </p:sp>
      <p:sp>
        <p:nvSpPr>
          <p:cNvPr id="13" name="">
            <a:extLst xmlns:a="http://schemas.openxmlformats.org/drawingml/2006/main">
              <a:ext uri="{FF2B5EF4-FFF2-40B4-BE49-F238E27FC236}">
                <a16:creationId xmlns:a16="http://schemas.microsoft.com/office/drawing/2014/main" id="{D88871F9-EB53-4560-8988-F241DDFF6A99}"/>
              </a:ext>
            </a:extLst>
          </p:cNvPr>
          <p:cNvSpPr>
            <a:spLocks xmlns:a="http://schemas.openxmlformats.org/drawingml/2006/main" noGrp="1"/>
          </p:cNvSpPr>
          <p:nvPr/>
        </p:nvSpPr>
        <p:spPr>
          <a:xfrm xmlns:a="http://schemas.openxmlformats.org/drawingml/2006/main">
            <a:off x="5219700" y="4171950"/>
            <a:ext cx="61245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A64233"/>
                </a:solidFill>
                <a:latin typeface="Arial"/>
                <a:ea typeface="Arial"/>
                <a:cs typeface="Arial"/>
              </a:defRPr>
            </a:defPPr>
            <a:lvl1pPr algn="l">
              <a:defRPr sz="1650" b="1">
                <a:solidFill>
                  <a:srgbClr val="A64233"/>
                </a:solidFill>
                <a:latin typeface="Arial"/>
                <a:ea typeface="Arial"/>
                <a:cs typeface="Arial"/>
              </a:defRPr>
            </a:lvl1pPr>
            <a:lvl2pPr algn="l">
              <a:defRPr sz="1650" b="1">
                <a:solidFill>
                  <a:srgbClr val="A64233"/>
                </a:solidFill>
                <a:latin typeface="Arial"/>
                <a:ea typeface="Arial"/>
                <a:cs typeface="Arial"/>
              </a:defRPr>
            </a:lvl2pPr>
            <a:lvl3pPr algn="l">
              <a:defRPr sz="1650" b="1">
                <a:solidFill>
                  <a:srgbClr val="A64233"/>
                </a:solidFill>
                <a:latin typeface="Arial"/>
                <a:ea typeface="Arial"/>
                <a:cs typeface="Arial"/>
              </a:defRPr>
            </a:lvl3pPr>
            <a:lvl4pPr algn="l">
              <a:defRPr sz="1650" b="1">
                <a:solidFill>
                  <a:srgbClr val="A64233"/>
                </a:solidFill>
                <a:latin typeface="Arial"/>
                <a:ea typeface="Arial"/>
                <a:cs typeface="Arial"/>
              </a:defRPr>
            </a:lvl4pPr>
            <a:lvl5pPr algn="l">
              <a:defRPr sz="1650" b="1">
                <a:solidFill>
                  <a:srgbClr val="A64233"/>
                </a:solidFill>
                <a:latin typeface="Arial"/>
                <a:ea typeface="Arial"/>
                <a:cs typeface="Arial"/>
              </a:defRPr>
            </a:lvl5pPr>
            <a:lvl6pPr algn="l">
              <a:defRPr sz="1650" b="1">
                <a:solidFill>
                  <a:srgbClr val="A64233"/>
                </a:solidFill>
                <a:latin typeface="Arial"/>
                <a:ea typeface="Arial"/>
                <a:cs typeface="Arial"/>
              </a:defRPr>
            </a:lvl6pPr>
            <a:lvl7pPr algn="l">
              <a:defRPr sz="1650" b="1">
                <a:solidFill>
                  <a:srgbClr val="A64233"/>
                </a:solidFill>
                <a:latin typeface="Arial"/>
                <a:ea typeface="Arial"/>
                <a:cs typeface="Arial"/>
              </a:defRPr>
            </a:lvl7pPr>
            <a:lvl8pPr algn="l">
              <a:defRPr sz="1650" b="1">
                <a:solidFill>
                  <a:srgbClr val="A64233"/>
                </a:solidFill>
                <a:latin typeface="Arial"/>
                <a:ea typeface="Arial"/>
                <a:cs typeface="Arial"/>
              </a:defRPr>
            </a:lvl8pPr>
            <a:lvl9pPr algn="l">
              <a:defRPr sz="1650" b="1">
                <a:solidFill>
                  <a:srgbClr val="A64233"/>
                </a:solidFill>
                <a:latin typeface="Arial"/>
                <a:ea typeface="Arial"/>
                <a:cs typeface="Arial"/>
              </a:defRPr>
            </a:lvl9pPr>
          </a:lstStyle>
          <a:p xmlns:a="http://schemas.openxmlformats.org/drawingml/2006/main">
            <a:pPr algn="l">
              <a:defRPr sz="1650" b="1">
                <a:solidFill>
                  <a:srgbClr val="A64233"/>
                </a:solidFill>
                <a:latin typeface="Arial"/>
                <a:ea typeface="Arial"/>
                <a:cs typeface="Arial"/>
              </a:defRPr>
            </a:pPr>
            <a:r>
              <a:rPr sz="1650" b="1">
                <a:solidFill>
                  <a:srgbClr val="A64233"/>
                </a:solidFill>
                <a:latin typeface="Arial"/>
                <a:ea typeface="Arial"/>
                <a:cs typeface="Arial"/>
              </a:rPr>
              <a:t>OR umgeht den Filter für die Organization</a:t>
            </a:r>
          </a:p>
        </p:txBody>
      </p:sp>
      <p:sp>
        <p:nvSpPr>
          <p:cNvPr id="14" name="">
            <a:extLst xmlns:a="http://schemas.openxmlformats.org/drawingml/2006/main">
              <a:ext uri="{FF2B5EF4-FFF2-40B4-BE49-F238E27FC236}">
                <a16:creationId xmlns:a16="http://schemas.microsoft.com/office/drawing/2014/main" id="{564BFE55-17B6-488D-9B34-2D6975690C3E}"/>
              </a:ext>
            </a:extLst>
          </p:cNvPr>
          <p:cNvSpPr>
            <a:spLocks xmlns:a="http://schemas.openxmlformats.org/drawingml/2006/main" noGrp="1"/>
          </p:cNvSpPr>
          <p:nvPr/>
        </p:nvSpPr>
        <p:spPr>
          <a:xfrm xmlns:a="http://schemas.openxmlformats.org/drawingml/2006/main">
            <a:off x="695325" y="4886325"/>
            <a:ext cx="10677525" cy="0"/>
          </a:xfrm>
          <a:prstGeom xmlns:a="http://schemas.openxmlformats.org/drawingml/2006/main" prst="line">
            <a:avLst/>
          </a:prstGeom>
          <a:ln xmlns:a="http://schemas.openxmlformats.org/drawingml/2006/main" w="14288">
            <a:solidFill>
              <a:srgbClr val="E7E1D7"/>
            </a:solidFill>
            <a:prstDash val="solid"/>
          </a:ln>
        </p:spPr>
      </p:sp>
      <p:sp>
        <p:nvSpPr>
          <p:cNvPr id="15" name="">
            <a:extLst xmlns:a="http://schemas.openxmlformats.org/drawingml/2006/main">
              <a:ext uri="{FF2B5EF4-FFF2-40B4-BE49-F238E27FC236}">
                <a16:creationId xmlns:a16="http://schemas.microsoft.com/office/drawing/2014/main" id="{CF056168-A7EE-4105-88A8-D08BB04CE9A3}"/>
              </a:ext>
            </a:extLst>
          </p:cNvPr>
          <p:cNvSpPr>
            <a:spLocks xmlns:a="http://schemas.openxmlformats.org/drawingml/2006/main" noGrp="1"/>
          </p:cNvSpPr>
          <p:nvPr/>
        </p:nvSpPr>
        <p:spPr>
          <a:xfrm xmlns:a="http://schemas.openxmlformats.org/drawingml/2006/main">
            <a:off x="723900" y="5162550"/>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2765C"/>
                </a:solidFill>
                <a:latin typeface="Arial"/>
                <a:ea typeface="Arial"/>
                <a:cs typeface="Arial"/>
              </a:defRPr>
            </a:defPPr>
            <a:lvl1pPr algn="l">
              <a:defRPr sz="1800" b="1">
                <a:solidFill>
                  <a:srgbClr val="32765C"/>
                </a:solidFill>
                <a:latin typeface="Arial"/>
                <a:ea typeface="Arial"/>
                <a:cs typeface="Arial"/>
              </a:defRPr>
            </a:lvl1pPr>
            <a:lvl2pPr algn="l">
              <a:defRPr sz="1800" b="1">
                <a:solidFill>
                  <a:srgbClr val="32765C"/>
                </a:solidFill>
                <a:latin typeface="Arial"/>
                <a:ea typeface="Arial"/>
                <a:cs typeface="Arial"/>
              </a:defRPr>
            </a:lvl2pPr>
            <a:lvl3pPr algn="l">
              <a:defRPr sz="1800" b="1">
                <a:solidFill>
                  <a:srgbClr val="32765C"/>
                </a:solidFill>
                <a:latin typeface="Arial"/>
                <a:ea typeface="Arial"/>
                <a:cs typeface="Arial"/>
              </a:defRPr>
            </a:lvl3pPr>
            <a:lvl4pPr algn="l">
              <a:defRPr sz="1800" b="1">
                <a:solidFill>
                  <a:srgbClr val="32765C"/>
                </a:solidFill>
                <a:latin typeface="Arial"/>
                <a:ea typeface="Arial"/>
                <a:cs typeface="Arial"/>
              </a:defRPr>
            </a:lvl4pPr>
            <a:lvl5pPr algn="l">
              <a:defRPr sz="1800" b="1">
                <a:solidFill>
                  <a:srgbClr val="32765C"/>
                </a:solidFill>
                <a:latin typeface="Arial"/>
                <a:ea typeface="Arial"/>
                <a:cs typeface="Arial"/>
              </a:defRPr>
            </a:lvl5pPr>
            <a:lvl6pPr algn="l">
              <a:defRPr sz="1800" b="1">
                <a:solidFill>
                  <a:srgbClr val="32765C"/>
                </a:solidFill>
                <a:latin typeface="Arial"/>
                <a:ea typeface="Arial"/>
                <a:cs typeface="Arial"/>
              </a:defRPr>
            </a:lvl6pPr>
            <a:lvl7pPr algn="l">
              <a:defRPr sz="1800" b="1">
                <a:solidFill>
                  <a:srgbClr val="32765C"/>
                </a:solidFill>
                <a:latin typeface="Arial"/>
                <a:ea typeface="Arial"/>
                <a:cs typeface="Arial"/>
              </a:defRPr>
            </a:lvl7pPr>
            <a:lvl8pPr algn="l">
              <a:defRPr sz="1800" b="1">
                <a:solidFill>
                  <a:srgbClr val="32765C"/>
                </a:solidFill>
                <a:latin typeface="Arial"/>
                <a:ea typeface="Arial"/>
                <a:cs typeface="Arial"/>
              </a:defRPr>
            </a:lvl8pPr>
            <a:lvl9pPr algn="l">
              <a:defRPr sz="1800" b="1">
                <a:solidFill>
                  <a:srgbClr val="32765C"/>
                </a:solidFill>
                <a:latin typeface="Arial"/>
                <a:ea typeface="Arial"/>
                <a:cs typeface="Arial"/>
              </a:defRPr>
            </a:lvl9pPr>
          </a:lstStyle>
          <a:p xmlns:a="http://schemas.openxmlformats.org/drawingml/2006/main">
            <a:pPr algn="l">
              <a:defRPr sz="1800" b="1">
                <a:solidFill>
                  <a:srgbClr val="32765C"/>
                </a:solidFill>
                <a:latin typeface="Arial"/>
                <a:ea typeface="Arial"/>
                <a:cs typeface="Arial"/>
              </a:defRPr>
            </a:pPr>
            <a:r>
              <a:rPr sz="1800" b="1">
                <a:solidFill>
                  <a:srgbClr val="32765C"/>
                </a:solidFill>
                <a:latin typeface="Arial"/>
                <a:ea typeface="Arial"/>
                <a:cs typeface="Arial"/>
              </a:rPr>
              <a:t>search-safe</a:t>
            </a:r>
          </a:p>
        </p:txBody>
      </p:sp>
      <p:sp>
        <p:nvSpPr>
          <p:cNvPr id="16" name="">
            <a:extLst xmlns:a="http://schemas.openxmlformats.org/drawingml/2006/main">
              <a:ext uri="{FF2B5EF4-FFF2-40B4-BE49-F238E27FC236}">
                <a16:creationId xmlns:a16="http://schemas.microsoft.com/office/drawing/2014/main" id="{FA558D12-D49E-4362-8697-B716DF2809E6}"/>
              </a:ext>
            </a:extLst>
          </p:cNvPr>
          <p:cNvSpPr>
            <a:spLocks xmlns:a="http://schemas.openxmlformats.org/drawingml/2006/main" noGrp="1"/>
          </p:cNvSpPr>
          <p:nvPr/>
        </p:nvSpPr>
        <p:spPr>
          <a:xfrm xmlns:a="http://schemas.openxmlformats.org/drawingml/2006/main">
            <a:off x="3124200" y="5162550"/>
            <a:ext cx="4953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02935"/>
                </a:solidFill>
                <a:latin typeface="Arial"/>
                <a:ea typeface="Arial"/>
                <a:cs typeface="Arial"/>
              </a:defRPr>
            </a:defPPr>
            <a:lvl1pPr algn="l">
              <a:defRPr sz="1725" b="0">
                <a:solidFill>
                  <a:srgbClr val="202935"/>
                </a:solidFill>
                <a:latin typeface="Arial"/>
                <a:ea typeface="Arial"/>
                <a:cs typeface="Arial"/>
              </a:defRPr>
            </a:lvl1pPr>
            <a:lvl2pPr algn="l">
              <a:defRPr sz="1725" b="0">
                <a:solidFill>
                  <a:srgbClr val="202935"/>
                </a:solidFill>
                <a:latin typeface="Arial"/>
                <a:ea typeface="Arial"/>
                <a:cs typeface="Arial"/>
              </a:defRPr>
            </a:lvl2pPr>
            <a:lvl3pPr algn="l">
              <a:defRPr sz="1725" b="0">
                <a:solidFill>
                  <a:srgbClr val="202935"/>
                </a:solidFill>
                <a:latin typeface="Arial"/>
                <a:ea typeface="Arial"/>
                <a:cs typeface="Arial"/>
              </a:defRPr>
            </a:lvl3pPr>
            <a:lvl4pPr algn="l">
              <a:defRPr sz="1725" b="0">
                <a:solidFill>
                  <a:srgbClr val="202935"/>
                </a:solidFill>
                <a:latin typeface="Arial"/>
                <a:ea typeface="Arial"/>
                <a:cs typeface="Arial"/>
              </a:defRPr>
            </a:lvl4pPr>
            <a:lvl5pPr algn="l">
              <a:defRPr sz="1725" b="0">
                <a:solidFill>
                  <a:srgbClr val="202935"/>
                </a:solidFill>
                <a:latin typeface="Arial"/>
                <a:ea typeface="Arial"/>
                <a:cs typeface="Arial"/>
              </a:defRPr>
            </a:lvl5pPr>
            <a:lvl6pPr algn="l">
              <a:defRPr sz="1725" b="0">
                <a:solidFill>
                  <a:srgbClr val="202935"/>
                </a:solidFill>
                <a:latin typeface="Arial"/>
                <a:ea typeface="Arial"/>
                <a:cs typeface="Arial"/>
              </a:defRPr>
            </a:lvl6pPr>
            <a:lvl7pPr algn="l">
              <a:defRPr sz="1725" b="0">
                <a:solidFill>
                  <a:srgbClr val="202935"/>
                </a:solidFill>
                <a:latin typeface="Arial"/>
                <a:ea typeface="Arial"/>
                <a:cs typeface="Arial"/>
              </a:defRPr>
            </a:lvl7pPr>
            <a:lvl8pPr algn="l">
              <a:defRPr sz="1725" b="0">
                <a:solidFill>
                  <a:srgbClr val="202935"/>
                </a:solidFill>
                <a:latin typeface="Arial"/>
                <a:ea typeface="Arial"/>
                <a:cs typeface="Arial"/>
              </a:defRPr>
            </a:lvl8pPr>
            <a:lvl9pPr algn="l">
              <a:defRPr sz="1725" b="0">
                <a:solidFill>
                  <a:srgbClr val="202935"/>
                </a:solidFill>
                <a:latin typeface="Arial"/>
                <a:ea typeface="Arial"/>
                <a:cs typeface="Arial"/>
              </a:defRPr>
            </a:lvl9pPr>
          </a:lstStyle>
          <a:p xmlns:a="http://schemas.openxmlformats.org/drawingml/2006/main">
            <a:pPr algn="l">
              <a:defRPr sz="1725" b="0">
                <a:solidFill>
                  <a:srgbClr val="202935"/>
                </a:solidFill>
                <a:latin typeface="Arial"/>
                <a:ea typeface="Arial"/>
                <a:cs typeface="Arial"/>
              </a:defRPr>
            </a:pPr>
            <a:r>
              <a:rPr sz="1725" b="0">
                <a:solidFill>
                  <a:srgbClr val="202935"/>
                </a:solidFill>
                <a:latin typeface="Arial"/>
                <a:ea typeface="Arial"/>
                <a:cs typeface="Arial"/>
              </a:rPr>
              <a:t>SQL-Parameter statt SQL-Text</a:t>
            </a:r>
          </a:p>
        </p:txBody>
      </p:sp>
      <p:sp>
        <p:nvSpPr>
          <p:cNvPr id="17" name="">
            <a:extLst xmlns:a="http://schemas.openxmlformats.org/drawingml/2006/main">
              <a:ext uri="{FF2B5EF4-FFF2-40B4-BE49-F238E27FC236}">
                <a16:creationId xmlns:a16="http://schemas.microsoft.com/office/drawing/2014/main" id="{B7414107-A81D-4B78-BF69-D500DB3EA54B}"/>
              </a:ext>
            </a:extLst>
          </p:cNvPr>
          <p:cNvSpPr>
            <a:spLocks xmlns:a="http://schemas.openxmlformats.org/drawingml/2006/main" noGrp="1"/>
          </p:cNvSpPr>
          <p:nvPr/>
        </p:nvSpPr>
        <p:spPr>
          <a:xfrm xmlns:a="http://schemas.openxmlformats.org/drawingml/2006/main">
            <a:off x="7953375" y="516255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32765C"/>
                </a:solidFill>
                <a:latin typeface="Arial"/>
                <a:ea typeface="Arial"/>
                <a:cs typeface="Arial"/>
              </a:defRPr>
            </a:defPPr>
            <a:lvl1pPr algn="l">
              <a:defRPr sz="1575" b="1">
                <a:solidFill>
                  <a:srgbClr val="32765C"/>
                </a:solidFill>
                <a:latin typeface="Arial"/>
                <a:ea typeface="Arial"/>
                <a:cs typeface="Arial"/>
              </a:defRPr>
            </a:lvl1pPr>
            <a:lvl2pPr algn="l">
              <a:defRPr sz="1575" b="1">
                <a:solidFill>
                  <a:srgbClr val="32765C"/>
                </a:solidFill>
                <a:latin typeface="Arial"/>
                <a:ea typeface="Arial"/>
                <a:cs typeface="Arial"/>
              </a:defRPr>
            </a:lvl2pPr>
            <a:lvl3pPr algn="l">
              <a:defRPr sz="1575" b="1">
                <a:solidFill>
                  <a:srgbClr val="32765C"/>
                </a:solidFill>
                <a:latin typeface="Arial"/>
                <a:ea typeface="Arial"/>
                <a:cs typeface="Arial"/>
              </a:defRPr>
            </a:lvl3pPr>
            <a:lvl4pPr algn="l">
              <a:defRPr sz="1575" b="1">
                <a:solidFill>
                  <a:srgbClr val="32765C"/>
                </a:solidFill>
                <a:latin typeface="Arial"/>
                <a:ea typeface="Arial"/>
                <a:cs typeface="Arial"/>
              </a:defRPr>
            </a:lvl4pPr>
            <a:lvl5pPr algn="l">
              <a:defRPr sz="1575" b="1">
                <a:solidFill>
                  <a:srgbClr val="32765C"/>
                </a:solidFill>
                <a:latin typeface="Arial"/>
                <a:ea typeface="Arial"/>
                <a:cs typeface="Arial"/>
              </a:defRPr>
            </a:lvl5pPr>
            <a:lvl6pPr algn="l">
              <a:defRPr sz="1575" b="1">
                <a:solidFill>
                  <a:srgbClr val="32765C"/>
                </a:solidFill>
                <a:latin typeface="Arial"/>
                <a:ea typeface="Arial"/>
                <a:cs typeface="Arial"/>
              </a:defRPr>
            </a:lvl6pPr>
            <a:lvl7pPr algn="l">
              <a:defRPr sz="1575" b="1">
                <a:solidFill>
                  <a:srgbClr val="32765C"/>
                </a:solidFill>
                <a:latin typeface="Arial"/>
                <a:ea typeface="Arial"/>
                <a:cs typeface="Arial"/>
              </a:defRPr>
            </a:lvl7pPr>
            <a:lvl8pPr algn="l">
              <a:defRPr sz="1575" b="1">
                <a:solidFill>
                  <a:srgbClr val="32765C"/>
                </a:solidFill>
                <a:latin typeface="Arial"/>
                <a:ea typeface="Arial"/>
                <a:cs typeface="Arial"/>
              </a:defRPr>
            </a:lvl8pPr>
            <a:lvl9pPr algn="l">
              <a:defRPr sz="1575" b="1">
                <a:solidFill>
                  <a:srgbClr val="32765C"/>
                </a:solidFill>
                <a:latin typeface="Arial"/>
                <a:ea typeface="Arial"/>
                <a:cs typeface="Arial"/>
              </a:defRPr>
            </a:lvl9pPr>
          </a:lstStyle>
          <a:p xmlns:a="http://schemas.openxmlformats.org/drawingml/2006/main">
            <a:pPr algn="l">
              <a:defRPr sz="1575" b="1">
                <a:solidFill>
                  <a:srgbClr val="32765C"/>
                </a:solidFill>
                <a:latin typeface="Arial"/>
                <a:ea typeface="Arial"/>
                <a:cs typeface="Arial"/>
              </a:defRPr>
            </a:pPr>
            <a:r>
              <a:rPr sz="1575" b="1">
                <a:solidFill>
                  <a:srgbClr val="32765C"/>
                </a:solidFill>
                <a:latin typeface="Arial"/>
                <a:ea typeface="Arial"/>
                <a:cs typeface="Arial"/>
              </a:rPr>
              <a:t>→ keine fremden Documents</a:t>
            </a:r>
          </a:p>
        </p:txBody>
      </p:sp>
      <p:sp>
        <p:nvSpPr>
          <p:cNvPr id="18" name="">
            <a:extLst xmlns:a="http://schemas.openxmlformats.org/drawingml/2006/main">
              <a:ext uri="{FF2B5EF4-FFF2-40B4-BE49-F238E27FC236}">
                <a16:creationId xmlns:a16="http://schemas.microsoft.com/office/drawing/2014/main" id="{6E403836-0C23-4C49-94C9-C0BC1BA2DA6A}"/>
              </a:ext>
            </a:extLst>
          </p:cNvPr>
          <p:cNvSpPr>
            <a:spLocks xmlns:a="http://schemas.openxmlformats.org/drawingml/2006/main" noGrp="1"/>
          </p:cNvSpPr>
          <p:nvPr/>
        </p:nvSpPr>
        <p:spPr>
          <a:xfrm xmlns:a="http://schemas.openxmlformats.org/drawingml/2006/main">
            <a:off x="723900" y="57626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Danach: Live-Demo in Postman</a:t>
            </a:r>
          </a:p>
        </p:txBody>
      </p:sp>
    </p:spTree>
    <p:extLst>
      <p:ext uri="{BB962C8B-B14F-4D97-AF65-F5344CB8AC3E}">
        <p14:creationId xmlns:p14="http://schemas.microsoft.com/office/powerpoint/2010/main" val="194274246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557118-73C1-4E55-9CCE-088B4CFE6D61}"/>
              </a:ext>
            </a:extLst>
          </p:cNvPr>
          <p:cNvSpPr>
            <a:spLocks xmlns:a="http://schemas.openxmlformats.org/drawingml/2006/main" noGrp="1"/>
          </p:cNvSpPr>
          <p:nvPr/>
        </p:nvSpPr>
        <p:spPr>
          <a:xfrm xmlns:a="http://schemas.openxmlformats.org/drawingml/2006/main">
            <a:off x="647700" y="542925"/>
            <a:ext cx="66675" cy="438150"/>
          </a:xfrm>
          <a:prstGeom xmlns:a="http://schemas.openxmlformats.org/drawingml/2006/main" prst="rect">
            <a:avLst/>
          </a:prstGeom>
          <a:solidFill xmlns:a="http://schemas.openxmlformats.org/drawingml/2006/main">
            <a:srgbClr val="C55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86395F-79BA-48CC-ADFC-05BD0BAF9931}"/>
              </a:ext>
            </a:extLst>
          </p:cNvPr>
          <p:cNvSpPr>
            <a:spLocks xmlns:a="http://schemas.openxmlformats.org/drawingml/2006/main" noGrp="1"/>
          </p:cNvSpPr>
          <p:nvPr/>
        </p:nvSpPr>
        <p:spPr>
          <a:xfrm xmlns:a="http://schemas.openxmlformats.org/drawingml/2006/main">
            <a:off x="876300" y="495300"/>
            <a:ext cx="1062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202935"/>
                </a:solidFill>
                <a:latin typeface="Arial"/>
                <a:ea typeface="Arial"/>
                <a:cs typeface="Arial"/>
              </a:defRPr>
            </a:defPPr>
            <a:lvl1pPr algn="l">
              <a:defRPr sz="2625" b="1">
                <a:solidFill>
                  <a:srgbClr val="202935"/>
                </a:solidFill>
                <a:latin typeface="Arial"/>
                <a:ea typeface="Arial"/>
                <a:cs typeface="Arial"/>
              </a:defRPr>
            </a:lvl1pPr>
            <a:lvl2pPr algn="l">
              <a:defRPr sz="2625" b="1">
                <a:solidFill>
                  <a:srgbClr val="202935"/>
                </a:solidFill>
                <a:latin typeface="Arial"/>
                <a:ea typeface="Arial"/>
                <a:cs typeface="Arial"/>
              </a:defRPr>
            </a:lvl2pPr>
            <a:lvl3pPr algn="l">
              <a:defRPr sz="2625" b="1">
                <a:solidFill>
                  <a:srgbClr val="202935"/>
                </a:solidFill>
                <a:latin typeface="Arial"/>
                <a:ea typeface="Arial"/>
                <a:cs typeface="Arial"/>
              </a:defRPr>
            </a:lvl3pPr>
            <a:lvl4pPr algn="l">
              <a:defRPr sz="2625" b="1">
                <a:solidFill>
                  <a:srgbClr val="202935"/>
                </a:solidFill>
                <a:latin typeface="Arial"/>
                <a:ea typeface="Arial"/>
                <a:cs typeface="Arial"/>
              </a:defRPr>
            </a:lvl4pPr>
            <a:lvl5pPr algn="l">
              <a:defRPr sz="2625" b="1">
                <a:solidFill>
                  <a:srgbClr val="202935"/>
                </a:solidFill>
                <a:latin typeface="Arial"/>
                <a:ea typeface="Arial"/>
                <a:cs typeface="Arial"/>
              </a:defRPr>
            </a:lvl5pPr>
            <a:lvl6pPr algn="l">
              <a:defRPr sz="2625" b="1">
                <a:solidFill>
                  <a:srgbClr val="202935"/>
                </a:solidFill>
                <a:latin typeface="Arial"/>
                <a:ea typeface="Arial"/>
                <a:cs typeface="Arial"/>
              </a:defRPr>
            </a:lvl6pPr>
            <a:lvl7pPr algn="l">
              <a:defRPr sz="2625" b="1">
                <a:solidFill>
                  <a:srgbClr val="202935"/>
                </a:solidFill>
                <a:latin typeface="Arial"/>
                <a:ea typeface="Arial"/>
                <a:cs typeface="Arial"/>
              </a:defRPr>
            </a:lvl7pPr>
            <a:lvl8pPr algn="l">
              <a:defRPr sz="2625" b="1">
                <a:solidFill>
                  <a:srgbClr val="202935"/>
                </a:solidFill>
                <a:latin typeface="Arial"/>
                <a:ea typeface="Arial"/>
                <a:cs typeface="Arial"/>
              </a:defRPr>
            </a:lvl8pPr>
            <a:lvl9pPr algn="l">
              <a:defRPr sz="2625" b="1">
                <a:solidFill>
                  <a:srgbClr val="202935"/>
                </a:solidFill>
                <a:latin typeface="Arial"/>
                <a:ea typeface="Arial"/>
                <a:cs typeface="Arial"/>
              </a:defRPr>
            </a:lvl9pPr>
          </a:lstStyle>
          <a:p xmlns:a="http://schemas.openxmlformats.org/drawingml/2006/main">
            <a:pPr algn="l">
              <a:defRPr sz="2625" b="1">
                <a:solidFill>
                  <a:srgbClr val="202935"/>
                </a:solidFill>
                <a:latin typeface="Arial"/>
                <a:ea typeface="Arial"/>
                <a:cs typeface="Arial"/>
              </a:defRPr>
            </a:pPr>
            <a:r>
              <a:rPr sz="2625" b="1">
                <a:solidFill>
                  <a:srgbClr val="202935"/>
                </a:solidFill>
                <a:latin typeface="Arial"/>
                <a:ea typeface="Arial"/>
                <a:cs typeface="Arial"/>
              </a:rPr>
              <a:t>Fazit: CVE-Risiko im eigenen Projekt</a:t>
            </a:r>
          </a:p>
        </p:txBody>
      </p:sp>
      <p:sp>
        <p:nvSpPr>
          <p:cNvPr id="3" name="">
            <a:extLst xmlns:a="http://schemas.openxmlformats.org/drawingml/2006/main">
              <a:ext uri="{FF2B5EF4-FFF2-40B4-BE49-F238E27FC236}">
                <a16:creationId xmlns:a16="http://schemas.microsoft.com/office/drawing/2014/main" id="{59748478-09EF-4B28-938A-FAED8519948C}"/>
              </a:ext>
            </a:extLst>
          </p:cNvPr>
          <p:cNvSpPr>
            <a:spLocks xmlns:a="http://schemas.openxmlformats.org/drawingml/2006/main" noGrp="1"/>
          </p:cNvSpPr>
          <p:nvPr/>
        </p:nvSpPr>
        <p:spPr>
          <a:xfrm xmlns:a="http://schemas.openxmlformats.org/drawingml/2006/main">
            <a:off x="647700" y="6191250"/>
            <a:ext cx="10877550" cy="0"/>
          </a:xfrm>
          <a:prstGeom xmlns:a="http://schemas.openxmlformats.org/drawingml/2006/main" prst="line">
            <a:avLst/>
          </a:prstGeom>
          <a:ln xmlns:a="http://schemas.openxmlformats.org/drawingml/2006/main" w="9525">
            <a:solidFill>
              <a:srgbClr val="E7E1D7"/>
            </a:solidFill>
            <a:prstDash val="solid"/>
          </a:ln>
        </p:spPr>
      </p:sp>
      <p:sp>
        <p:nvSpPr>
          <p:cNvPr id="4" name="">
            <a:extLst xmlns:a="http://schemas.openxmlformats.org/drawingml/2006/main">
              <a:ext uri="{FF2B5EF4-FFF2-40B4-BE49-F238E27FC236}">
                <a16:creationId xmlns:a16="http://schemas.microsoft.com/office/drawing/2014/main" id="{EB1DE63F-EE07-4E66-A264-B1CB1F6F5464}"/>
              </a:ext>
            </a:extLst>
          </p:cNvPr>
          <p:cNvSpPr>
            <a:spLocks xmlns:a="http://schemas.openxmlformats.org/drawingml/2006/main" noGrp="1"/>
          </p:cNvSpPr>
          <p:nvPr/>
        </p:nvSpPr>
        <p:spPr>
          <a:xfrm xmlns:a="http://schemas.openxmlformats.org/drawingml/2006/main">
            <a:off x="647700" y="6296025"/>
            <a:ext cx="276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D6872"/>
                </a:solidFill>
                <a:latin typeface="Arial"/>
                <a:ea typeface="Arial"/>
                <a:cs typeface="Arial"/>
              </a:defRPr>
            </a:defPPr>
            <a:lvl1pPr algn="l">
              <a:defRPr sz="1125" b="0">
                <a:solidFill>
                  <a:srgbClr val="5D6872"/>
                </a:solidFill>
                <a:latin typeface="Arial"/>
                <a:ea typeface="Arial"/>
                <a:cs typeface="Arial"/>
              </a:defRPr>
            </a:lvl1pPr>
            <a:lvl2pPr algn="l">
              <a:defRPr sz="1125" b="0">
                <a:solidFill>
                  <a:srgbClr val="5D6872"/>
                </a:solidFill>
                <a:latin typeface="Arial"/>
                <a:ea typeface="Arial"/>
                <a:cs typeface="Arial"/>
              </a:defRPr>
            </a:lvl2pPr>
            <a:lvl3pPr algn="l">
              <a:defRPr sz="1125" b="0">
                <a:solidFill>
                  <a:srgbClr val="5D6872"/>
                </a:solidFill>
                <a:latin typeface="Arial"/>
                <a:ea typeface="Arial"/>
                <a:cs typeface="Arial"/>
              </a:defRPr>
            </a:lvl3pPr>
            <a:lvl4pPr algn="l">
              <a:defRPr sz="1125" b="0">
                <a:solidFill>
                  <a:srgbClr val="5D6872"/>
                </a:solidFill>
                <a:latin typeface="Arial"/>
                <a:ea typeface="Arial"/>
                <a:cs typeface="Arial"/>
              </a:defRPr>
            </a:lvl4pPr>
            <a:lvl5pPr algn="l">
              <a:defRPr sz="1125" b="0">
                <a:solidFill>
                  <a:srgbClr val="5D6872"/>
                </a:solidFill>
                <a:latin typeface="Arial"/>
                <a:ea typeface="Arial"/>
                <a:cs typeface="Arial"/>
              </a:defRPr>
            </a:lvl5pPr>
            <a:lvl6pPr algn="l">
              <a:defRPr sz="1125" b="0">
                <a:solidFill>
                  <a:srgbClr val="5D6872"/>
                </a:solidFill>
                <a:latin typeface="Arial"/>
                <a:ea typeface="Arial"/>
                <a:cs typeface="Arial"/>
              </a:defRPr>
            </a:lvl6pPr>
            <a:lvl7pPr algn="l">
              <a:defRPr sz="1125" b="0">
                <a:solidFill>
                  <a:srgbClr val="5D6872"/>
                </a:solidFill>
                <a:latin typeface="Arial"/>
                <a:ea typeface="Arial"/>
                <a:cs typeface="Arial"/>
              </a:defRPr>
            </a:lvl7pPr>
            <a:lvl8pPr algn="l">
              <a:defRPr sz="1125" b="0">
                <a:solidFill>
                  <a:srgbClr val="5D6872"/>
                </a:solidFill>
                <a:latin typeface="Arial"/>
                <a:ea typeface="Arial"/>
                <a:cs typeface="Arial"/>
              </a:defRPr>
            </a:lvl8pPr>
            <a:lvl9pPr algn="l">
              <a:defRPr sz="1125" b="0">
                <a:solidFill>
                  <a:srgbClr val="5D6872"/>
                </a:solidFill>
                <a:latin typeface="Arial"/>
                <a:ea typeface="Arial"/>
                <a:cs typeface="Arial"/>
              </a:defRPr>
            </a:lvl9pPr>
          </a:lstStyle>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OrgArchive</a:t>
            </a:r>
          </a:p>
        </p:txBody>
      </p:sp>
      <p:sp>
        <p:nvSpPr>
          <p:cNvPr id="5" name="">
            <a:extLst xmlns:a="http://schemas.openxmlformats.org/drawingml/2006/main">
              <a:ext uri="{FF2B5EF4-FFF2-40B4-BE49-F238E27FC236}">
                <a16:creationId xmlns:a16="http://schemas.microsoft.com/office/drawing/2014/main" id="{1A669DF3-0A66-4C61-AE79-DBC6327C38B4}"/>
              </a:ext>
            </a:extLst>
          </p:cNvPr>
          <p:cNvSpPr>
            <a:spLocks xmlns:a="http://schemas.openxmlformats.org/drawingml/2006/main" noGrp="1"/>
          </p:cNvSpPr>
          <p:nvPr/>
        </p:nvSpPr>
        <p:spPr>
          <a:xfrm xmlns:a="http://schemas.openxmlformats.org/drawingml/2006/main">
            <a:off x="11049000" y="629602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5D6872"/>
                </a:solidFill>
                <a:latin typeface="Arial"/>
                <a:ea typeface="Arial"/>
                <a:cs typeface="Arial"/>
              </a:defRPr>
            </a:defPPr>
            <a:lvl1pPr algn="r">
              <a:defRPr sz="1125" b="0">
                <a:solidFill>
                  <a:srgbClr val="5D6872"/>
                </a:solidFill>
                <a:latin typeface="Arial"/>
                <a:ea typeface="Arial"/>
                <a:cs typeface="Arial"/>
              </a:defRPr>
            </a:lvl1pPr>
            <a:lvl2pPr algn="r">
              <a:defRPr sz="1125" b="0">
                <a:solidFill>
                  <a:srgbClr val="5D6872"/>
                </a:solidFill>
                <a:latin typeface="Arial"/>
                <a:ea typeface="Arial"/>
                <a:cs typeface="Arial"/>
              </a:defRPr>
            </a:lvl2pPr>
            <a:lvl3pPr algn="r">
              <a:defRPr sz="1125" b="0">
                <a:solidFill>
                  <a:srgbClr val="5D6872"/>
                </a:solidFill>
                <a:latin typeface="Arial"/>
                <a:ea typeface="Arial"/>
                <a:cs typeface="Arial"/>
              </a:defRPr>
            </a:lvl3pPr>
            <a:lvl4pPr algn="r">
              <a:defRPr sz="1125" b="0">
                <a:solidFill>
                  <a:srgbClr val="5D6872"/>
                </a:solidFill>
                <a:latin typeface="Arial"/>
                <a:ea typeface="Arial"/>
                <a:cs typeface="Arial"/>
              </a:defRPr>
            </a:lvl4pPr>
            <a:lvl5pPr algn="r">
              <a:defRPr sz="1125" b="0">
                <a:solidFill>
                  <a:srgbClr val="5D6872"/>
                </a:solidFill>
                <a:latin typeface="Arial"/>
                <a:ea typeface="Arial"/>
                <a:cs typeface="Arial"/>
              </a:defRPr>
            </a:lvl5pPr>
            <a:lvl6pPr algn="r">
              <a:defRPr sz="1125" b="0">
                <a:solidFill>
                  <a:srgbClr val="5D6872"/>
                </a:solidFill>
                <a:latin typeface="Arial"/>
                <a:ea typeface="Arial"/>
                <a:cs typeface="Arial"/>
              </a:defRPr>
            </a:lvl6pPr>
            <a:lvl7pPr algn="r">
              <a:defRPr sz="1125" b="0">
                <a:solidFill>
                  <a:srgbClr val="5D6872"/>
                </a:solidFill>
                <a:latin typeface="Arial"/>
                <a:ea typeface="Arial"/>
                <a:cs typeface="Arial"/>
              </a:defRPr>
            </a:lvl7pPr>
            <a:lvl8pPr algn="r">
              <a:defRPr sz="1125" b="0">
                <a:solidFill>
                  <a:srgbClr val="5D6872"/>
                </a:solidFill>
                <a:latin typeface="Arial"/>
                <a:ea typeface="Arial"/>
                <a:cs typeface="Arial"/>
              </a:defRPr>
            </a:lvl8pPr>
            <a:lvl9pPr algn="r">
              <a:defRPr sz="1125" b="0">
                <a:solidFill>
                  <a:srgbClr val="5D6872"/>
                </a:solidFill>
                <a:latin typeface="Arial"/>
                <a:ea typeface="Arial"/>
                <a:cs typeface="Arial"/>
              </a:defRPr>
            </a:lvl9pPr>
          </a:lstStyle>
          <a:p xmlns:a="http://schemas.openxmlformats.org/drawingml/2006/main">
            <a:pPr algn="r">
              <a:defRPr sz="1125" b="0">
                <a:solidFill>
                  <a:srgbClr val="5D6872"/>
                </a:solidFill>
                <a:latin typeface="Arial"/>
                <a:ea typeface="Arial"/>
                <a:cs typeface="Arial"/>
              </a:defRPr>
            </a:pPr>
            <a:r>
              <a:rPr sz="1125" b="0">
                <a:solidFill>
                  <a:srgbClr val="5D6872"/>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6101D37F-A4A4-4F76-85F4-5664A153CE3C}"/>
              </a:ext>
            </a:extLst>
          </p:cNvPr>
          <p:cNvSpPr>
            <a:spLocks xmlns:a="http://schemas.openxmlformats.org/drawingml/2006/main" noGrp="1"/>
          </p:cNvSpPr>
          <p:nvPr/>
        </p:nvSpPr>
        <p:spPr>
          <a:xfrm xmlns:a="http://schemas.openxmlformats.org/drawingml/2006/main">
            <a:off x="762000" y="1619250"/>
            <a:ext cx="5524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C55A2B"/>
                </a:solidFill>
                <a:latin typeface="Arial"/>
                <a:ea typeface="Arial"/>
                <a:cs typeface="Arial"/>
              </a:defRPr>
            </a:defPPr>
            <a:lvl1pPr algn="l">
              <a:defRPr sz="3675" b="1">
                <a:solidFill>
                  <a:srgbClr val="C55A2B"/>
                </a:solidFill>
                <a:latin typeface="Arial"/>
                <a:ea typeface="Arial"/>
                <a:cs typeface="Arial"/>
              </a:defRPr>
            </a:lvl1pPr>
            <a:lvl2pPr algn="l">
              <a:defRPr sz="3675" b="1">
                <a:solidFill>
                  <a:srgbClr val="C55A2B"/>
                </a:solidFill>
                <a:latin typeface="Arial"/>
                <a:ea typeface="Arial"/>
                <a:cs typeface="Arial"/>
              </a:defRPr>
            </a:lvl2pPr>
            <a:lvl3pPr algn="l">
              <a:defRPr sz="3675" b="1">
                <a:solidFill>
                  <a:srgbClr val="C55A2B"/>
                </a:solidFill>
                <a:latin typeface="Arial"/>
                <a:ea typeface="Arial"/>
                <a:cs typeface="Arial"/>
              </a:defRPr>
            </a:lvl3pPr>
            <a:lvl4pPr algn="l">
              <a:defRPr sz="3675" b="1">
                <a:solidFill>
                  <a:srgbClr val="C55A2B"/>
                </a:solidFill>
                <a:latin typeface="Arial"/>
                <a:ea typeface="Arial"/>
                <a:cs typeface="Arial"/>
              </a:defRPr>
            </a:lvl4pPr>
            <a:lvl5pPr algn="l">
              <a:defRPr sz="3675" b="1">
                <a:solidFill>
                  <a:srgbClr val="C55A2B"/>
                </a:solidFill>
                <a:latin typeface="Arial"/>
                <a:ea typeface="Arial"/>
                <a:cs typeface="Arial"/>
              </a:defRPr>
            </a:lvl5pPr>
            <a:lvl6pPr algn="l">
              <a:defRPr sz="3675" b="1">
                <a:solidFill>
                  <a:srgbClr val="C55A2B"/>
                </a:solidFill>
                <a:latin typeface="Arial"/>
                <a:ea typeface="Arial"/>
                <a:cs typeface="Arial"/>
              </a:defRPr>
            </a:lvl6pPr>
            <a:lvl7pPr algn="l">
              <a:defRPr sz="3675" b="1">
                <a:solidFill>
                  <a:srgbClr val="C55A2B"/>
                </a:solidFill>
                <a:latin typeface="Arial"/>
                <a:ea typeface="Arial"/>
                <a:cs typeface="Arial"/>
              </a:defRPr>
            </a:lvl7pPr>
            <a:lvl8pPr algn="l">
              <a:defRPr sz="3675" b="1">
                <a:solidFill>
                  <a:srgbClr val="C55A2B"/>
                </a:solidFill>
                <a:latin typeface="Arial"/>
                <a:ea typeface="Arial"/>
                <a:cs typeface="Arial"/>
              </a:defRPr>
            </a:lvl8pPr>
            <a:lvl9pPr algn="l">
              <a:defRPr sz="3675" b="1">
                <a:solidFill>
                  <a:srgbClr val="C55A2B"/>
                </a:solidFill>
                <a:latin typeface="Arial"/>
                <a:ea typeface="Arial"/>
                <a:cs typeface="Arial"/>
              </a:defRPr>
            </a:lvl9pPr>
          </a:lstStyle>
          <a:p xmlns:a="http://schemas.openxmlformats.org/drawingml/2006/main">
            <a:pPr algn="l">
              <a:defRPr sz="3675" b="1">
                <a:solidFill>
                  <a:srgbClr val="C55A2B"/>
                </a:solidFill>
                <a:latin typeface="Arial"/>
                <a:ea typeface="Arial"/>
                <a:cs typeface="Arial"/>
              </a:defRPr>
            </a:pPr>
            <a:r>
              <a:rPr sz="3675" b="1">
                <a:solidFill>
                  <a:srgbClr val="C55A2B"/>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1F75393-CA3D-4FB3-9FD4-D06DD2102DEF}"/>
              </a:ext>
            </a:extLst>
          </p:cNvPr>
          <p:cNvSpPr>
            <a:spLocks xmlns:a="http://schemas.openxmlformats.org/drawingml/2006/main" noGrp="1"/>
          </p:cNvSpPr>
          <p:nvPr/>
        </p:nvSpPr>
        <p:spPr>
          <a:xfrm xmlns:a="http://schemas.openxmlformats.org/drawingml/2006/main">
            <a:off x="1514475" y="16383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202935"/>
                </a:solidFill>
                <a:latin typeface="Arial"/>
                <a:ea typeface="Arial"/>
                <a:cs typeface="Arial"/>
              </a:defRPr>
            </a:defPPr>
            <a:lvl1pPr algn="l">
              <a:defRPr sz="2400" b="1">
                <a:solidFill>
                  <a:srgbClr val="202935"/>
                </a:solidFill>
                <a:latin typeface="Arial"/>
                <a:ea typeface="Arial"/>
                <a:cs typeface="Arial"/>
              </a:defRPr>
            </a:lvl1pPr>
            <a:lvl2pPr algn="l">
              <a:defRPr sz="2400" b="1">
                <a:solidFill>
                  <a:srgbClr val="202935"/>
                </a:solidFill>
                <a:latin typeface="Arial"/>
                <a:ea typeface="Arial"/>
                <a:cs typeface="Arial"/>
              </a:defRPr>
            </a:lvl2pPr>
            <a:lvl3pPr algn="l">
              <a:defRPr sz="2400" b="1">
                <a:solidFill>
                  <a:srgbClr val="202935"/>
                </a:solidFill>
                <a:latin typeface="Arial"/>
                <a:ea typeface="Arial"/>
                <a:cs typeface="Arial"/>
              </a:defRPr>
            </a:lvl3pPr>
            <a:lvl4pPr algn="l">
              <a:defRPr sz="2400" b="1">
                <a:solidFill>
                  <a:srgbClr val="202935"/>
                </a:solidFill>
                <a:latin typeface="Arial"/>
                <a:ea typeface="Arial"/>
                <a:cs typeface="Arial"/>
              </a:defRPr>
            </a:lvl4pPr>
            <a:lvl5pPr algn="l">
              <a:defRPr sz="2400" b="1">
                <a:solidFill>
                  <a:srgbClr val="202935"/>
                </a:solidFill>
                <a:latin typeface="Arial"/>
                <a:ea typeface="Arial"/>
                <a:cs typeface="Arial"/>
              </a:defRPr>
            </a:lvl5pPr>
            <a:lvl6pPr algn="l">
              <a:defRPr sz="2400" b="1">
                <a:solidFill>
                  <a:srgbClr val="202935"/>
                </a:solidFill>
                <a:latin typeface="Arial"/>
                <a:ea typeface="Arial"/>
                <a:cs typeface="Arial"/>
              </a:defRPr>
            </a:lvl6pPr>
            <a:lvl7pPr algn="l">
              <a:defRPr sz="2400" b="1">
                <a:solidFill>
                  <a:srgbClr val="202935"/>
                </a:solidFill>
                <a:latin typeface="Arial"/>
                <a:ea typeface="Arial"/>
                <a:cs typeface="Arial"/>
              </a:defRPr>
            </a:lvl7pPr>
            <a:lvl8pPr algn="l">
              <a:defRPr sz="2400" b="1">
                <a:solidFill>
                  <a:srgbClr val="202935"/>
                </a:solidFill>
                <a:latin typeface="Arial"/>
                <a:ea typeface="Arial"/>
                <a:cs typeface="Arial"/>
              </a:defRPr>
            </a:lvl8pPr>
            <a:lvl9pPr algn="l">
              <a:defRPr sz="2400" b="1">
                <a:solidFill>
                  <a:srgbClr val="202935"/>
                </a:solidFill>
                <a:latin typeface="Arial"/>
                <a:ea typeface="Arial"/>
                <a:cs typeface="Arial"/>
              </a:defRPr>
            </a:lvl9pPr>
          </a:lstStyle>
          <a:p xmlns:a="http://schemas.openxmlformats.org/drawingml/2006/main">
            <a:pPr algn="l">
              <a:defRPr sz="2400" b="1">
                <a:solidFill>
                  <a:srgbClr val="202935"/>
                </a:solidFill>
                <a:latin typeface="Arial"/>
                <a:ea typeface="Arial"/>
                <a:cs typeface="Arial"/>
              </a:defRPr>
            </a:pPr>
            <a:r>
              <a:rPr sz="2400" b="1">
                <a:solidFill>
                  <a:srgbClr val="202935"/>
                </a:solidFill>
                <a:latin typeface="Arial"/>
                <a:ea typeface="Arial"/>
                <a:cs typeface="Arial"/>
              </a:rPr>
              <a:t>Dependencies prüfen</a:t>
            </a:r>
          </a:p>
        </p:txBody>
      </p:sp>
      <p:sp>
        <p:nvSpPr>
          <p:cNvPr id="8" name="">
            <a:extLst xmlns:a="http://schemas.openxmlformats.org/drawingml/2006/main">
              <a:ext uri="{FF2B5EF4-FFF2-40B4-BE49-F238E27FC236}">
                <a16:creationId xmlns:a16="http://schemas.microsoft.com/office/drawing/2014/main" id="{4A95B7D0-D25C-4B57-AE9E-266B5F24619B}"/>
              </a:ext>
            </a:extLst>
          </p:cNvPr>
          <p:cNvSpPr>
            <a:spLocks xmlns:a="http://schemas.openxmlformats.org/drawingml/2006/main" noGrp="1"/>
          </p:cNvSpPr>
          <p:nvPr/>
        </p:nvSpPr>
        <p:spPr>
          <a:xfrm xmlns:a="http://schemas.openxmlformats.org/drawingml/2006/main">
            <a:off x="6181725" y="16573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Welche Versionen nutzen wir?</a:t>
            </a:r>
          </a:p>
        </p:txBody>
      </p:sp>
      <p:sp>
        <p:nvSpPr>
          <p:cNvPr id="9" name="">
            <a:extLst xmlns:a="http://schemas.openxmlformats.org/drawingml/2006/main">
              <a:ext uri="{FF2B5EF4-FFF2-40B4-BE49-F238E27FC236}">
                <a16:creationId xmlns:a16="http://schemas.microsoft.com/office/drawing/2014/main" id="{9E9286C6-CA1B-4C83-A0BF-B17D6F38D67E}"/>
              </a:ext>
            </a:extLst>
          </p:cNvPr>
          <p:cNvSpPr>
            <a:spLocks xmlns:a="http://schemas.openxmlformats.org/drawingml/2006/main" noGrp="1"/>
          </p:cNvSpPr>
          <p:nvPr/>
        </p:nvSpPr>
        <p:spPr>
          <a:xfrm xmlns:a="http://schemas.openxmlformats.org/drawingml/2006/main">
            <a:off x="742950" y="2619375"/>
            <a:ext cx="10610850" cy="0"/>
          </a:xfrm>
          <a:prstGeom xmlns:a="http://schemas.openxmlformats.org/drawingml/2006/main" prst="line">
            <a:avLst/>
          </a:prstGeom>
          <a:ln xmlns:a="http://schemas.openxmlformats.org/drawingml/2006/main" w="14288">
            <a:solidFill>
              <a:srgbClr val="E7E1D7"/>
            </a:solidFill>
            <a:prstDash val="solid"/>
          </a:ln>
        </p:spPr>
      </p:sp>
      <p:sp>
        <p:nvSpPr>
          <p:cNvPr id="10" name="">
            <a:extLst xmlns:a="http://schemas.openxmlformats.org/drawingml/2006/main">
              <a:ext uri="{FF2B5EF4-FFF2-40B4-BE49-F238E27FC236}">
                <a16:creationId xmlns:a16="http://schemas.microsoft.com/office/drawing/2014/main" id="{66E48F58-08E8-4E91-96F6-ACFD44BC91DD}"/>
              </a:ext>
            </a:extLst>
          </p:cNvPr>
          <p:cNvSpPr>
            <a:spLocks xmlns:a="http://schemas.openxmlformats.org/drawingml/2006/main" noGrp="1"/>
          </p:cNvSpPr>
          <p:nvPr/>
        </p:nvSpPr>
        <p:spPr>
          <a:xfrm xmlns:a="http://schemas.openxmlformats.org/drawingml/2006/main">
            <a:off x="762000" y="3000375"/>
            <a:ext cx="5524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C55A2B"/>
                </a:solidFill>
                <a:latin typeface="Arial"/>
                <a:ea typeface="Arial"/>
                <a:cs typeface="Arial"/>
              </a:defRPr>
            </a:defPPr>
            <a:lvl1pPr algn="l">
              <a:defRPr sz="3675" b="1">
                <a:solidFill>
                  <a:srgbClr val="C55A2B"/>
                </a:solidFill>
                <a:latin typeface="Arial"/>
                <a:ea typeface="Arial"/>
                <a:cs typeface="Arial"/>
              </a:defRPr>
            </a:lvl1pPr>
            <a:lvl2pPr algn="l">
              <a:defRPr sz="3675" b="1">
                <a:solidFill>
                  <a:srgbClr val="C55A2B"/>
                </a:solidFill>
                <a:latin typeface="Arial"/>
                <a:ea typeface="Arial"/>
                <a:cs typeface="Arial"/>
              </a:defRPr>
            </a:lvl2pPr>
            <a:lvl3pPr algn="l">
              <a:defRPr sz="3675" b="1">
                <a:solidFill>
                  <a:srgbClr val="C55A2B"/>
                </a:solidFill>
                <a:latin typeface="Arial"/>
                <a:ea typeface="Arial"/>
                <a:cs typeface="Arial"/>
              </a:defRPr>
            </a:lvl3pPr>
            <a:lvl4pPr algn="l">
              <a:defRPr sz="3675" b="1">
                <a:solidFill>
                  <a:srgbClr val="C55A2B"/>
                </a:solidFill>
                <a:latin typeface="Arial"/>
                <a:ea typeface="Arial"/>
                <a:cs typeface="Arial"/>
              </a:defRPr>
            </a:lvl4pPr>
            <a:lvl5pPr algn="l">
              <a:defRPr sz="3675" b="1">
                <a:solidFill>
                  <a:srgbClr val="C55A2B"/>
                </a:solidFill>
                <a:latin typeface="Arial"/>
                <a:ea typeface="Arial"/>
                <a:cs typeface="Arial"/>
              </a:defRPr>
            </a:lvl5pPr>
            <a:lvl6pPr algn="l">
              <a:defRPr sz="3675" b="1">
                <a:solidFill>
                  <a:srgbClr val="C55A2B"/>
                </a:solidFill>
                <a:latin typeface="Arial"/>
                <a:ea typeface="Arial"/>
                <a:cs typeface="Arial"/>
              </a:defRPr>
            </a:lvl6pPr>
            <a:lvl7pPr algn="l">
              <a:defRPr sz="3675" b="1">
                <a:solidFill>
                  <a:srgbClr val="C55A2B"/>
                </a:solidFill>
                <a:latin typeface="Arial"/>
                <a:ea typeface="Arial"/>
                <a:cs typeface="Arial"/>
              </a:defRPr>
            </a:lvl7pPr>
            <a:lvl8pPr algn="l">
              <a:defRPr sz="3675" b="1">
                <a:solidFill>
                  <a:srgbClr val="C55A2B"/>
                </a:solidFill>
                <a:latin typeface="Arial"/>
                <a:ea typeface="Arial"/>
                <a:cs typeface="Arial"/>
              </a:defRPr>
            </a:lvl8pPr>
            <a:lvl9pPr algn="l">
              <a:defRPr sz="3675" b="1">
                <a:solidFill>
                  <a:srgbClr val="C55A2B"/>
                </a:solidFill>
                <a:latin typeface="Arial"/>
                <a:ea typeface="Arial"/>
                <a:cs typeface="Arial"/>
              </a:defRPr>
            </a:lvl9pPr>
          </a:lstStyle>
          <a:p xmlns:a="http://schemas.openxmlformats.org/drawingml/2006/main">
            <a:pPr algn="l">
              <a:defRPr sz="3675" b="1">
                <a:solidFill>
                  <a:srgbClr val="C55A2B"/>
                </a:solidFill>
                <a:latin typeface="Arial"/>
                <a:ea typeface="Arial"/>
                <a:cs typeface="Arial"/>
              </a:defRPr>
            </a:pPr>
            <a:r>
              <a:rPr sz="3675" b="1">
                <a:solidFill>
                  <a:srgbClr val="C55A2B"/>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ABF1F115-9FAB-4646-AD9A-DD5AFAD9FC6D}"/>
              </a:ext>
            </a:extLst>
          </p:cNvPr>
          <p:cNvSpPr>
            <a:spLocks xmlns:a="http://schemas.openxmlformats.org/drawingml/2006/main" noGrp="1"/>
          </p:cNvSpPr>
          <p:nvPr/>
        </p:nvSpPr>
        <p:spPr>
          <a:xfrm xmlns:a="http://schemas.openxmlformats.org/drawingml/2006/main">
            <a:off x="1514475" y="301942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202935"/>
                </a:solidFill>
                <a:latin typeface="Arial"/>
                <a:ea typeface="Arial"/>
                <a:cs typeface="Arial"/>
              </a:defRPr>
            </a:defPPr>
            <a:lvl1pPr algn="l">
              <a:defRPr sz="2400" b="1">
                <a:solidFill>
                  <a:srgbClr val="202935"/>
                </a:solidFill>
                <a:latin typeface="Arial"/>
                <a:ea typeface="Arial"/>
                <a:cs typeface="Arial"/>
              </a:defRPr>
            </a:lvl1pPr>
            <a:lvl2pPr algn="l">
              <a:defRPr sz="2400" b="1">
                <a:solidFill>
                  <a:srgbClr val="202935"/>
                </a:solidFill>
                <a:latin typeface="Arial"/>
                <a:ea typeface="Arial"/>
                <a:cs typeface="Arial"/>
              </a:defRPr>
            </a:lvl2pPr>
            <a:lvl3pPr algn="l">
              <a:defRPr sz="2400" b="1">
                <a:solidFill>
                  <a:srgbClr val="202935"/>
                </a:solidFill>
                <a:latin typeface="Arial"/>
                <a:ea typeface="Arial"/>
                <a:cs typeface="Arial"/>
              </a:defRPr>
            </a:lvl3pPr>
            <a:lvl4pPr algn="l">
              <a:defRPr sz="2400" b="1">
                <a:solidFill>
                  <a:srgbClr val="202935"/>
                </a:solidFill>
                <a:latin typeface="Arial"/>
                <a:ea typeface="Arial"/>
                <a:cs typeface="Arial"/>
              </a:defRPr>
            </a:lvl4pPr>
            <a:lvl5pPr algn="l">
              <a:defRPr sz="2400" b="1">
                <a:solidFill>
                  <a:srgbClr val="202935"/>
                </a:solidFill>
                <a:latin typeface="Arial"/>
                <a:ea typeface="Arial"/>
                <a:cs typeface="Arial"/>
              </a:defRPr>
            </a:lvl5pPr>
            <a:lvl6pPr algn="l">
              <a:defRPr sz="2400" b="1">
                <a:solidFill>
                  <a:srgbClr val="202935"/>
                </a:solidFill>
                <a:latin typeface="Arial"/>
                <a:ea typeface="Arial"/>
                <a:cs typeface="Arial"/>
              </a:defRPr>
            </a:lvl6pPr>
            <a:lvl7pPr algn="l">
              <a:defRPr sz="2400" b="1">
                <a:solidFill>
                  <a:srgbClr val="202935"/>
                </a:solidFill>
                <a:latin typeface="Arial"/>
                <a:ea typeface="Arial"/>
                <a:cs typeface="Arial"/>
              </a:defRPr>
            </a:lvl7pPr>
            <a:lvl8pPr algn="l">
              <a:defRPr sz="2400" b="1">
                <a:solidFill>
                  <a:srgbClr val="202935"/>
                </a:solidFill>
                <a:latin typeface="Arial"/>
                <a:ea typeface="Arial"/>
                <a:cs typeface="Arial"/>
              </a:defRPr>
            </a:lvl8pPr>
            <a:lvl9pPr algn="l">
              <a:defRPr sz="2400" b="1">
                <a:solidFill>
                  <a:srgbClr val="202935"/>
                </a:solidFill>
                <a:latin typeface="Arial"/>
                <a:ea typeface="Arial"/>
                <a:cs typeface="Arial"/>
              </a:defRPr>
            </a:lvl9pPr>
          </a:lstStyle>
          <a:p xmlns:a="http://schemas.openxmlformats.org/drawingml/2006/main">
            <a:pPr algn="l">
              <a:defRPr sz="2400" b="1">
                <a:solidFill>
                  <a:srgbClr val="202935"/>
                </a:solidFill>
                <a:latin typeface="Arial"/>
                <a:ea typeface="Arial"/>
                <a:cs typeface="Arial"/>
              </a:defRPr>
            </a:pPr>
            <a:r>
              <a:rPr sz="2400" b="1">
                <a:solidFill>
                  <a:srgbClr val="202935"/>
                </a:solidFill>
                <a:latin typeface="Arial"/>
                <a:ea typeface="Arial"/>
                <a:cs typeface="Arial"/>
              </a:rPr>
              <a:t>Codepfade testen</a:t>
            </a:r>
          </a:p>
        </p:txBody>
      </p:sp>
      <p:sp>
        <p:nvSpPr>
          <p:cNvPr id="12" name="">
            <a:extLst xmlns:a="http://schemas.openxmlformats.org/drawingml/2006/main">
              <a:ext uri="{FF2B5EF4-FFF2-40B4-BE49-F238E27FC236}">
                <a16:creationId xmlns:a16="http://schemas.microsoft.com/office/drawing/2014/main" id="{A53DA40E-5334-4682-B25A-11C832558BA8}"/>
              </a:ext>
            </a:extLst>
          </p:cNvPr>
          <p:cNvSpPr>
            <a:spLocks xmlns:a="http://schemas.openxmlformats.org/drawingml/2006/main" noGrp="1"/>
          </p:cNvSpPr>
          <p:nvPr/>
        </p:nvSpPr>
        <p:spPr>
          <a:xfrm xmlns:a="http://schemas.openxmlformats.org/drawingml/2006/main">
            <a:off x="6181725" y="303847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Ist die Schwachstelle erreichbar?</a:t>
            </a:r>
          </a:p>
        </p:txBody>
      </p:sp>
      <p:sp>
        <p:nvSpPr>
          <p:cNvPr id="13" name="">
            <a:extLst xmlns:a="http://schemas.openxmlformats.org/drawingml/2006/main">
              <a:ext uri="{FF2B5EF4-FFF2-40B4-BE49-F238E27FC236}">
                <a16:creationId xmlns:a16="http://schemas.microsoft.com/office/drawing/2014/main" id="{822434B7-7551-478A-AC91-0B2BFAD7D715}"/>
              </a:ext>
            </a:extLst>
          </p:cNvPr>
          <p:cNvSpPr>
            <a:spLocks xmlns:a="http://schemas.openxmlformats.org/drawingml/2006/main" noGrp="1"/>
          </p:cNvSpPr>
          <p:nvPr/>
        </p:nvSpPr>
        <p:spPr>
          <a:xfrm xmlns:a="http://schemas.openxmlformats.org/drawingml/2006/main">
            <a:off x="742950" y="4000500"/>
            <a:ext cx="10610850" cy="0"/>
          </a:xfrm>
          <a:prstGeom xmlns:a="http://schemas.openxmlformats.org/drawingml/2006/main" prst="line">
            <a:avLst/>
          </a:prstGeom>
          <a:ln xmlns:a="http://schemas.openxmlformats.org/drawingml/2006/main" w="14288">
            <a:solidFill>
              <a:srgbClr val="E7E1D7"/>
            </a:solidFill>
            <a:prstDash val="solid"/>
          </a:ln>
        </p:spPr>
      </p:sp>
      <p:sp>
        <p:nvSpPr>
          <p:cNvPr id="14" name="">
            <a:extLst xmlns:a="http://schemas.openxmlformats.org/drawingml/2006/main">
              <a:ext uri="{FF2B5EF4-FFF2-40B4-BE49-F238E27FC236}">
                <a16:creationId xmlns:a16="http://schemas.microsoft.com/office/drawing/2014/main" id="{B47D33FF-A642-447B-9C8E-9F56DFC68E32}"/>
              </a:ext>
            </a:extLst>
          </p:cNvPr>
          <p:cNvSpPr>
            <a:spLocks xmlns:a="http://schemas.openxmlformats.org/drawingml/2006/main" noGrp="1"/>
          </p:cNvSpPr>
          <p:nvPr/>
        </p:nvSpPr>
        <p:spPr>
          <a:xfrm xmlns:a="http://schemas.openxmlformats.org/drawingml/2006/main">
            <a:off x="762000" y="4381500"/>
            <a:ext cx="5524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75" b="1">
                <a:solidFill>
                  <a:srgbClr val="C55A2B"/>
                </a:solidFill>
                <a:latin typeface="Arial"/>
                <a:ea typeface="Arial"/>
                <a:cs typeface="Arial"/>
              </a:defRPr>
            </a:defPPr>
            <a:lvl1pPr algn="l">
              <a:defRPr sz="3675" b="1">
                <a:solidFill>
                  <a:srgbClr val="C55A2B"/>
                </a:solidFill>
                <a:latin typeface="Arial"/>
                <a:ea typeface="Arial"/>
                <a:cs typeface="Arial"/>
              </a:defRPr>
            </a:lvl1pPr>
            <a:lvl2pPr algn="l">
              <a:defRPr sz="3675" b="1">
                <a:solidFill>
                  <a:srgbClr val="C55A2B"/>
                </a:solidFill>
                <a:latin typeface="Arial"/>
                <a:ea typeface="Arial"/>
                <a:cs typeface="Arial"/>
              </a:defRPr>
            </a:lvl2pPr>
            <a:lvl3pPr algn="l">
              <a:defRPr sz="3675" b="1">
                <a:solidFill>
                  <a:srgbClr val="C55A2B"/>
                </a:solidFill>
                <a:latin typeface="Arial"/>
                <a:ea typeface="Arial"/>
                <a:cs typeface="Arial"/>
              </a:defRPr>
            </a:lvl3pPr>
            <a:lvl4pPr algn="l">
              <a:defRPr sz="3675" b="1">
                <a:solidFill>
                  <a:srgbClr val="C55A2B"/>
                </a:solidFill>
                <a:latin typeface="Arial"/>
                <a:ea typeface="Arial"/>
                <a:cs typeface="Arial"/>
              </a:defRPr>
            </a:lvl4pPr>
            <a:lvl5pPr algn="l">
              <a:defRPr sz="3675" b="1">
                <a:solidFill>
                  <a:srgbClr val="C55A2B"/>
                </a:solidFill>
                <a:latin typeface="Arial"/>
                <a:ea typeface="Arial"/>
                <a:cs typeface="Arial"/>
              </a:defRPr>
            </a:lvl5pPr>
            <a:lvl6pPr algn="l">
              <a:defRPr sz="3675" b="1">
                <a:solidFill>
                  <a:srgbClr val="C55A2B"/>
                </a:solidFill>
                <a:latin typeface="Arial"/>
                <a:ea typeface="Arial"/>
                <a:cs typeface="Arial"/>
              </a:defRPr>
            </a:lvl6pPr>
            <a:lvl7pPr algn="l">
              <a:defRPr sz="3675" b="1">
                <a:solidFill>
                  <a:srgbClr val="C55A2B"/>
                </a:solidFill>
                <a:latin typeface="Arial"/>
                <a:ea typeface="Arial"/>
                <a:cs typeface="Arial"/>
              </a:defRPr>
            </a:lvl7pPr>
            <a:lvl8pPr algn="l">
              <a:defRPr sz="3675" b="1">
                <a:solidFill>
                  <a:srgbClr val="C55A2B"/>
                </a:solidFill>
                <a:latin typeface="Arial"/>
                <a:ea typeface="Arial"/>
                <a:cs typeface="Arial"/>
              </a:defRPr>
            </a:lvl8pPr>
            <a:lvl9pPr algn="l">
              <a:defRPr sz="3675" b="1">
                <a:solidFill>
                  <a:srgbClr val="C55A2B"/>
                </a:solidFill>
                <a:latin typeface="Arial"/>
                <a:ea typeface="Arial"/>
                <a:cs typeface="Arial"/>
              </a:defRPr>
            </a:lvl9pPr>
          </a:lstStyle>
          <a:p xmlns:a="http://schemas.openxmlformats.org/drawingml/2006/main">
            <a:pPr algn="l">
              <a:defRPr sz="3675" b="1">
                <a:solidFill>
                  <a:srgbClr val="C55A2B"/>
                </a:solidFill>
                <a:latin typeface="Arial"/>
                <a:ea typeface="Arial"/>
                <a:cs typeface="Arial"/>
              </a:defRPr>
            </a:pPr>
            <a:r>
              <a:rPr sz="3675" b="1">
                <a:solidFill>
                  <a:srgbClr val="C55A2B"/>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DC7B66D3-C6D0-4EB3-9867-AE8FE8C8A98D}"/>
              </a:ext>
            </a:extLst>
          </p:cNvPr>
          <p:cNvSpPr>
            <a:spLocks xmlns:a="http://schemas.openxmlformats.org/drawingml/2006/main" noGrp="1"/>
          </p:cNvSpPr>
          <p:nvPr/>
        </p:nvSpPr>
        <p:spPr>
          <a:xfrm xmlns:a="http://schemas.openxmlformats.org/drawingml/2006/main">
            <a:off x="1514475" y="44005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202935"/>
                </a:solidFill>
                <a:latin typeface="Arial"/>
                <a:ea typeface="Arial"/>
                <a:cs typeface="Arial"/>
              </a:defRPr>
            </a:defPPr>
            <a:lvl1pPr algn="l">
              <a:defRPr sz="2400" b="1">
                <a:solidFill>
                  <a:srgbClr val="202935"/>
                </a:solidFill>
                <a:latin typeface="Arial"/>
                <a:ea typeface="Arial"/>
                <a:cs typeface="Arial"/>
              </a:defRPr>
            </a:lvl1pPr>
            <a:lvl2pPr algn="l">
              <a:defRPr sz="2400" b="1">
                <a:solidFill>
                  <a:srgbClr val="202935"/>
                </a:solidFill>
                <a:latin typeface="Arial"/>
                <a:ea typeface="Arial"/>
                <a:cs typeface="Arial"/>
              </a:defRPr>
            </a:lvl2pPr>
            <a:lvl3pPr algn="l">
              <a:defRPr sz="2400" b="1">
                <a:solidFill>
                  <a:srgbClr val="202935"/>
                </a:solidFill>
                <a:latin typeface="Arial"/>
                <a:ea typeface="Arial"/>
                <a:cs typeface="Arial"/>
              </a:defRPr>
            </a:lvl3pPr>
            <a:lvl4pPr algn="l">
              <a:defRPr sz="2400" b="1">
                <a:solidFill>
                  <a:srgbClr val="202935"/>
                </a:solidFill>
                <a:latin typeface="Arial"/>
                <a:ea typeface="Arial"/>
                <a:cs typeface="Arial"/>
              </a:defRPr>
            </a:lvl4pPr>
            <a:lvl5pPr algn="l">
              <a:defRPr sz="2400" b="1">
                <a:solidFill>
                  <a:srgbClr val="202935"/>
                </a:solidFill>
                <a:latin typeface="Arial"/>
                <a:ea typeface="Arial"/>
                <a:cs typeface="Arial"/>
              </a:defRPr>
            </a:lvl5pPr>
            <a:lvl6pPr algn="l">
              <a:defRPr sz="2400" b="1">
                <a:solidFill>
                  <a:srgbClr val="202935"/>
                </a:solidFill>
                <a:latin typeface="Arial"/>
                <a:ea typeface="Arial"/>
                <a:cs typeface="Arial"/>
              </a:defRPr>
            </a:lvl6pPr>
            <a:lvl7pPr algn="l">
              <a:defRPr sz="2400" b="1">
                <a:solidFill>
                  <a:srgbClr val="202935"/>
                </a:solidFill>
                <a:latin typeface="Arial"/>
                <a:ea typeface="Arial"/>
                <a:cs typeface="Arial"/>
              </a:defRPr>
            </a:lvl7pPr>
            <a:lvl8pPr algn="l">
              <a:defRPr sz="2400" b="1">
                <a:solidFill>
                  <a:srgbClr val="202935"/>
                </a:solidFill>
                <a:latin typeface="Arial"/>
                <a:ea typeface="Arial"/>
                <a:cs typeface="Arial"/>
              </a:defRPr>
            </a:lvl8pPr>
            <a:lvl9pPr algn="l">
              <a:defRPr sz="2400" b="1">
                <a:solidFill>
                  <a:srgbClr val="202935"/>
                </a:solidFill>
                <a:latin typeface="Arial"/>
                <a:ea typeface="Arial"/>
                <a:cs typeface="Arial"/>
              </a:defRPr>
            </a:lvl9pPr>
          </a:lstStyle>
          <a:p xmlns:a="http://schemas.openxmlformats.org/drawingml/2006/main">
            <a:pPr algn="l">
              <a:defRPr sz="2400" b="1">
                <a:solidFill>
                  <a:srgbClr val="202935"/>
                </a:solidFill>
                <a:latin typeface="Arial"/>
                <a:ea typeface="Arial"/>
                <a:cs typeface="Arial"/>
              </a:defRPr>
            </a:pPr>
            <a:r>
              <a:rPr sz="2400" b="1">
                <a:solidFill>
                  <a:srgbClr val="202935"/>
                </a:solidFill>
                <a:latin typeface="Arial"/>
                <a:ea typeface="Arial"/>
                <a:cs typeface="Arial"/>
              </a:rPr>
              <a:t>Legacy-Code prüfen</a:t>
            </a:r>
          </a:p>
        </p:txBody>
      </p:sp>
      <p:sp>
        <p:nvSpPr>
          <p:cNvPr id="16" name="">
            <a:extLst xmlns:a="http://schemas.openxmlformats.org/drawingml/2006/main">
              <a:ext uri="{FF2B5EF4-FFF2-40B4-BE49-F238E27FC236}">
                <a16:creationId xmlns:a16="http://schemas.microsoft.com/office/drawing/2014/main" id="{B41DCFE3-467F-4BFB-9522-6A03131A2B4A}"/>
              </a:ext>
            </a:extLst>
          </p:cNvPr>
          <p:cNvSpPr>
            <a:spLocks xmlns:a="http://schemas.openxmlformats.org/drawingml/2006/main" noGrp="1"/>
          </p:cNvSpPr>
          <p:nvPr/>
        </p:nvSpPr>
        <p:spPr>
          <a:xfrm xmlns:a="http://schemas.openxmlformats.org/drawingml/2006/main">
            <a:off x="6181725" y="44196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xmlns:a="http://schemas.openxmlformats.org/drawingml/2006/main">
            <a:pPr algn="l">
              <a:defRPr sz="1800" b="0">
                <a:solidFill>
                  <a:srgbClr val="5D6872"/>
                </a:solidFill>
                <a:latin typeface="Arial"/>
                <a:ea typeface="Arial"/>
                <a:cs typeface="Arial"/>
              </a:defRPr>
            </a:pPr>
            <a:r>
              <a:rPr sz="1800" b="0">
                <a:solidFill>
                  <a:srgbClr val="5D6872"/>
                </a:solidFill>
                <a:latin typeface="Arial"/>
                <a:ea typeface="Arial"/>
                <a:cs typeface="Arial"/>
              </a:rPr>
              <a:t>Welche alten Entscheidungen verstärken sie?</a:t>
            </a:r>
          </a:p>
        </p:txBody>
      </p:sp>
      <p:sp>
        <p:nvSpPr>
          <p:cNvPr id="17" name="">
            <a:extLst xmlns:a="http://schemas.openxmlformats.org/drawingml/2006/main">
              <a:ext uri="{FF2B5EF4-FFF2-40B4-BE49-F238E27FC236}">
                <a16:creationId xmlns:a16="http://schemas.microsoft.com/office/drawing/2014/main" id="{77ED002B-DBC5-4EC7-B44F-98E2EDC96C8E}"/>
              </a:ext>
            </a:extLst>
          </p:cNvPr>
          <p:cNvSpPr>
            <a:spLocks xmlns:a="http://schemas.openxmlformats.org/drawingml/2006/main" noGrp="1"/>
          </p:cNvSpPr>
          <p:nvPr/>
        </p:nvSpPr>
        <p:spPr>
          <a:xfrm xmlns:a="http://schemas.openxmlformats.org/drawingml/2006/main">
            <a:off x="762000" y="58959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C55A2B"/>
                </a:solidFill>
                <a:latin typeface="Arial"/>
                <a:ea typeface="Arial"/>
                <a:cs typeface="Arial"/>
              </a:defRPr>
            </a:defPPr>
            <a:lvl1pPr algn="l">
              <a:defRPr sz="1725" b="1">
                <a:solidFill>
                  <a:srgbClr val="C55A2B"/>
                </a:solidFill>
                <a:latin typeface="Arial"/>
                <a:ea typeface="Arial"/>
                <a:cs typeface="Arial"/>
              </a:defRPr>
            </a:lvl1pPr>
            <a:lvl2pPr algn="l">
              <a:defRPr sz="1725" b="1">
                <a:solidFill>
                  <a:srgbClr val="C55A2B"/>
                </a:solidFill>
                <a:latin typeface="Arial"/>
                <a:ea typeface="Arial"/>
                <a:cs typeface="Arial"/>
              </a:defRPr>
            </a:lvl2pPr>
            <a:lvl3pPr algn="l">
              <a:defRPr sz="1725" b="1">
                <a:solidFill>
                  <a:srgbClr val="C55A2B"/>
                </a:solidFill>
                <a:latin typeface="Arial"/>
                <a:ea typeface="Arial"/>
                <a:cs typeface="Arial"/>
              </a:defRPr>
            </a:lvl3pPr>
            <a:lvl4pPr algn="l">
              <a:defRPr sz="1725" b="1">
                <a:solidFill>
                  <a:srgbClr val="C55A2B"/>
                </a:solidFill>
                <a:latin typeface="Arial"/>
                <a:ea typeface="Arial"/>
                <a:cs typeface="Arial"/>
              </a:defRPr>
            </a:lvl4pPr>
            <a:lvl5pPr algn="l">
              <a:defRPr sz="1725" b="1">
                <a:solidFill>
                  <a:srgbClr val="C55A2B"/>
                </a:solidFill>
                <a:latin typeface="Arial"/>
                <a:ea typeface="Arial"/>
                <a:cs typeface="Arial"/>
              </a:defRPr>
            </a:lvl5pPr>
            <a:lvl6pPr algn="l">
              <a:defRPr sz="1725" b="1">
                <a:solidFill>
                  <a:srgbClr val="C55A2B"/>
                </a:solidFill>
                <a:latin typeface="Arial"/>
                <a:ea typeface="Arial"/>
                <a:cs typeface="Arial"/>
              </a:defRPr>
            </a:lvl6pPr>
            <a:lvl7pPr algn="l">
              <a:defRPr sz="1725" b="1">
                <a:solidFill>
                  <a:srgbClr val="C55A2B"/>
                </a:solidFill>
                <a:latin typeface="Arial"/>
                <a:ea typeface="Arial"/>
                <a:cs typeface="Arial"/>
              </a:defRPr>
            </a:lvl7pPr>
            <a:lvl8pPr algn="l">
              <a:defRPr sz="1725" b="1">
                <a:solidFill>
                  <a:srgbClr val="C55A2B"/>
                </a:solidFill>
                <a:latin typeface="Arial"/>
                <a:ea typeface="Arial"/>
                <a:cs typeface="Arial"/>
              </a:defRPr>
            </a:lvl8pPr>
            <a:lvl9pPr algn="l">
              <a:defRPr sz="1725" b="1">
                <a:solidFill>
                  <a:srgbClr val="C55A2B"/>
                </a:solidFill>
                <a:latin typeface="Arial"/>
                <a:ea typeface="Arial"/>
                <a:cs typeface="Arial"/>
              </a:defRPr>
            </a:lvl9pPr>
          </a:lstStyle>
          <a:p xmlns:a="http://schemas.openxmlformats.org/drawingml/2006/main">
            <a:pPr algn="l">
              <a:defRPr sz="1725" b="1">
                <a:solidFill>
                  <a:srgbClr val="C55A2B"/>
                </a:solidFill>
                <a:latin typeface="Arial"/>
                <a:ea typeface="Arial"/>
                <a:cs typeface="Arial"/>
              </a:defRPr>
            </a:pPr>
            <a:r>
              <a:rPr sz="1725" b="1">
                <a:solidFill>
                  <a:srgbClr val="C55A2B"/>
                </a:solidFill>
                <a:latin typeface="Arial"/>
                <a:ea typeface="Arial"/>
                <a:cs typeface="Arial"/>
              </a:rPr>
              <a:t>Updates nach dem tatsächlichen Risiko priorisieren.</a:t>
            </a:r>
          </a:p>
        </p:txBody>
      </p:sp>
    </p:spTree>
    <p:extLst>
      <p:ext uri="{BB962C8B-B14F-4D97-AF65-F5344CB8AC3E}">
        <p14:creationId xmlns:p14="http://schemas.microsoft.com/office/powerpoint/2010/main" val="11633492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2026-11-02T02:31:16.4980000Z</dcterms:created>
  <dcterms:modified xsi:type="dcterms:W3CDTF">2026-11-02T02:31:16.4980000Z</dcterms:modified>
</coreProperties>
</file>