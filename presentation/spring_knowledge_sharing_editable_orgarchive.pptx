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b12dac09ad45db" /><Relationship Type="http://schemas.openxmlformats.org/officeDocument/2006/relationships/extended-properties" Target="/docProps/app.xml" Id="R0d4a8c9ad9474bd1" /><Relationship Type="http://schemas.openxmlformats.org/officeDocument/2006/relationships/officeDocument" Target="/ppt/presentation.xml" Id="R68d3d165e9ab4fd8" /></Relationships>
</file>

<file path=ppt/presentation.xml><?xml version="1.0" encoding="utf-8"?>
<p:presentation xmlns:p="http://schemas.openxmlformats.org/presentationml/2006/main">
  <p:sldMasterIdLst>
    <p:sldMasterId xmlns:r="http://schemas.openxmlformats.org/officeDocument/2006/relationships" id="2147483648" r:id="R4ae05b9159b545cd"/>
  </p:sldMasterIdLst>
  <p:notesMasterIdLst>
    <p:notesMasterId xmlns:r="http://schemas.openxmlformats.org/officeDocument/2006/relationships" r:id="R171aff91d9474c7e"/>
  </p:notesMasterIdLst>
  <p:sldIdLst>
    <p:sldId xmlns:r="http://schemas.openxmlformats.org/officeDocument/2006/relationships" id="256" r:id="Rc560378eee094a09"/>
    <p:sldId xmlns:r="http://schemas.openxmlformats.org/officeDocument/2006/relationships" id="257" r:id="R81d592c079df43f4"/>
    <p:sldId xmlns:r="http://schemas.openxmlformats.org/officeDocument/2006/relationships" id="258" r:id="Rfc062bec68ca4477"/>
    <p:sldId xmlns:r="http://schemas.openxmlformats.org/officeDocument/2006/relationships" id="259" r:id="R8c6891f9942d438e"/>
    <p:sldId xmlns:r="http://schemas.openxmlformats.org/officeDocument/2006/relationships" id="260" r:id="Ra2c47b3907ab42f2"/>
    <p:sldId xmlns:r="http://schemas.openxmlformats.org/officeDocument/2006/relationships" id="261" r:id="R21e217f4f26249cc"/>
    <p:sldId xmlns:r="http://schemas.openxmlformats.org/officeDocument/2006/relationships" id="262" r:id="R126f5ccfcd4f462e"/>
    <p:sldId xmlns:r="http://schemas.openxmlformats.org/officeDocument/2006/relationships" id="263" r:id="Rcdf318fc9a9f4114"/>
    <p:sldId xmlns:r="http://schemas.openxmlformats.org/officeDocument/2006/relationships" id="264" r:id="Rd43061b1cec244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11b30a03664cd4" /><Relationship Type="http://schemas.openxmlformats.org/officeDocument/2006/relationships/slideMaster" Target="/ppt/slideMasters/slideMaster1.xml" Id="R4ae05b9159b545cd" /><Relationship Type="http://schemas.openxmlformats.org/officeDocument/2006/relationships/notesMaster" Target="/ppt/notesMasters/notesMaster1.xml" Id="R171aff91d9474c7e" /><Relationship Type="http://schemas.openxmlformats.org/officeDocument/2006/relationships/presProps" Target="/ppt/presProps.xml" Id="R8e3847f3828d4403" /><Relationship Type="http://schemas.openxmlformats.org/officeDocument/2006/relationships/tableStyles" Target="/ppt/tableStyles.xml" Id="R99b990f73a82426d" /><Relationship Type="http://schemas.openxmlformats.org/officeDocument/2006/relationships/slide" Target="/ppt/slides/slide1.xml" Id="Rc560378eee094a09" /><Relationship Type="http://schemas.openxmlformats.org/officeDocument/2006/relationships/slide" Target="/ppt/slides/slide2.xml" Id="R81d592c079df43f4" /><Relationship Type="http://schemas.openxmlformats.org/officeDocument/2006/relationships/slide" Target="/ppt/slides/slide3.xml" Id="Rfc062bec68ca4477" /><Relationship Type="http://schemas.openxmlformats.org/officeDocument/2006/relationships/slide" Target="/ppt/slides/slide4.xml" Id="R8c6891f9942d438e" /><Relationship Type="http://schemas.openxmlformats.org/officeDocument/2006/relationships/slide" Target="/ppt/slides/slide5.xml" Id="Ra2c47b3907ab42f2" /><Relationship Type="http://schemas.openxmlformats.org/officeDocument/2006/relationships/slide" Target="/ppt/slides/slide6.xml" Id="R21e217f4f26249cc" /><Relationship Type="http://schemas.openxmlformats.org/officeDocument/2006/relationships/slide" Target="/ppt/slides/slide7.xml" Id="R126f5ccfcd4f462e" /><Relationship Type="http://schemas.openxmlformats.org/officeDocument/2006/relationships/slide" Target="/ppt/slides/slide8.xml" Id="Rcdf318fc9a9f4114" /><Relationship Type="http://schemas.openxmlformats.org/officeDocument/2006/relationships/slide" Target="/ppt/slides/slide9.xml" Id="Rd43061b1cec244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0f2c0b022c45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07d7ce44b14ffb" /><Relationship Type="http://schemas.openxmlformats.org/officeDocument/2006/relationships/notesMaster" Target="/ppt/notesMasters/notesMaster1.xml" Id="Ra01cd1798c954d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430982857141e8" /><Relationship Type="http://schemas.openxmlformats.org/officeDocument/2006/relationships/notesMaster" Target="/ppt/notesMasters/notesMaster1.xml" Id="Ree45bebac71f4a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6eb5d6926546e8" /><Relationship Type="http://schemas.openxmlformats.org/officeDocument/2006/relationships/notesMaster" Target="/ppt/notesMasters/notesMaster1.xml" Id="Rcd8392301ed84d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8338a713984fb8" /><Relationship Type="http://schemas.openxmlformats.org/officeDocument/2006/relationships/notesMaster" Target="/ppt/notesMasters/notesMaster1.xml" Id="R92f8831815484e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9063e4071b4dd7" /><Relationship Type="http://schemas.openxmlformats.org/officeDocument/2006/relationships/notesMaster" Target="/ppt/notesMasters/notesMaster1.xml" Id="R121fe4ad895e4c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1788514b94466f" /><Relationship Type="http://schemas.openxmlformats.org/officeDocument/2006/relationships/notesMaster" Target="/ppt/notesMasters/notesMaster1.xml" Id="Rf2425783944a47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551e90033640c2" /><Relationship Type="http://schemas.openxmlformats.org/officeDocument/2006/relationships/notesMaster" Target="/ppt/notesMasters/notesMaster1.xml" Id="R98c3affa47a749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9f7daf817b4e80" /><Relationship Type="http://schemas.openxmlformats.org/officeDocument/2006/relationships/notesMaster" Target="/ppt/notesMasters/notesMaster1.xml" Id="R1eb66e5d309741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8384471f4c4d5b" /><Relationship Type="http://schemas.openxmlformats.org/officeDocument/2006/relationships/notesMaster" Target="/ppt/notesMasters/notesMaster1.xml" Id="Rf30d4fe5d05749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Guten Tag zusammen. Ich zeige heute an einem fiktiven Spring-Dienst, wie mehrere Schwachstellen zusammenwirken. OrgArchive speichert Dokumente für verschiedene Organisationen. Von außen betrachtet gibt es einen Gateway, Authentifizierung, Rollenprüfungen und eine Organisationsgrenze. Trotzdem lässt sich eine Kette bilden: Eine Schwachstelle in Spring Security, eine problematische Debug-Ausgabe, ein schwaches Laborpasswort und eine zweite Schwachstelle in Spring AI. Zuerst erkläre ich Architektur und Mechanismen. Danach zeige ich die komplette Folge direkt in Postman.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zentrale Frage lautet nicht, ob ein einzelner Fehler sofort alles kompromittiert. Die Anwendung sieht zunächst vergleichsweise ordentlich aus: Nur der Gateway ist von außen erreichbar, geschützte Routen verlangen eine Anmeldung und die Organisation des Benutzers wird serverseitig gelesen. Die beiden Bibliothekslücken wirken aber auf unterschiedlichen Ebenen. Dazwischen liegt eine scheinbar weniger kritische Entscheidung im Anwendungscode. Erst zusammen führen diese Punkte vom normalen Besucher zu Dokumenten anderer Organisationen. Für die Bewertung einer CVE muss man deshalb die tatsächlich eingesetzte Version, den betroffenen Codepfad und mögliche Folgeschritte prüfen.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OrgArchive ist ein fiktiver Dienst, in dem Organisationen Dokumente ablegen. Der Client spricht mit dem Edge Gateway auf Port 8080. Nur dieser Port ist nach außen veröffentlicht. Der Gateway routet die API an den internen Archive Service; dieser authentifiziert HTTP Basic gegen BCrypt-Hashes in MariaDB. In der Datenbank gibt es die Tabellen app_user und document. Eine eigene Organisationstabelle existiert nicht. app_user trägt eine organization_uuid-Spalte; Dokumente speichern denselben Wert als organizationUuid im JSON-Feld metadata. Bei der Registrierung erstellt der Server eine zufällige UUID und gibt sie direkt zurück. Sie ist ein Identifikator, kein Geheimnis und kein Ersatz für die Berechtigungsprüfung. Die Verbindung der beiden Werte ist eine logische Mandantenzuordnung, kein Datenbank-Foreign-Key.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Auf dem öffentlichen Gateway-Index unter GET / stehen die Routen und beschreibende access-Texte. Dieser Index ist eine Hilfe für die Präsentation; die Texte sind keine Security-Konfiguration. Ohne Index könnte man wahrscheinliche Pfade etwa aus Dokumentation, Client-Code oder beobachtetem Verkehr ableiten, aber nicht automatisch eine vollständige Liste erhalten. Im Archive Service sind /users, /organizations und /documents auf HTTP-Ebene nur für angemeldete Anfragen freigeschaltet. Die Rollenprüfung erfolgt zusätzlich an Methoden. Für die Listen /users und /organizations ist ADMIN vorgesehen. Die direkte Benutzerabfrage /users/{username} trägt ihre Annotation auf der konkreten Methode und bleibt geschützt. Die Dokumentsuche verlangt ROLE_USER und verwendet die gespeicherte organizationUuid des Kontos. Der Request enthält ebenfalls einen organizationUuid-Filter; dieser Wert erteilt selbst keine Berechtigung. /search-safe und /search-debug sind zusätzliche Routen für den Vergleich im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erste CVE betrifft die Suche nach Methoden-Sicherheitsannotationen. In unserem Projekt ist @EnableMethodSecurity aktiv. Das generische Interface AdminQuery&lt;F,R&gt; deklariert list und trägt dort @PreAuthorize("hasRole('ADMIN')"). UserController und OrganizationController implementieren dieses Interface, aber ihre konkreten list-Methoden haben keine eigene Annotation. In den betroffenen Spring-Security-Versionen 6.4.0 bis 6.4.3 wird die geerbte Annotation auf parameterisierten Typen unter diesen Bedingungen nicht zuverlässig gefunden. Wichtig: Der HTTP-Filter fordert für /users weiter eine Anmeldung. Der Angreifer registriert deshalb ein normales ROLE_USER-Konto und ruft erst dann die Liste auf. Er erhält dadurch keine ADMIN-Rolle. Die direkt annotierte Route /users/anna antwortet weiterhin mit 403. Spring Security 6.4.4 behebt die CVE; alternativ kann die Annotation auf der Zielmethode stehen.</a:t>
            </a:r>
          </a:p>
          <a:p xmlns:a="http://schemas.openxmlformats.org/drawingml/2006/main">
            <a:r>
              <a:t>Quelle: https://spring.io/security/cve-2025-22223/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zweite CVE liegt in Spring AI MariaDB Store, nicht im MariaDB-Server. In diesem Demo läuft kein KI-Modell und keine Vektorsuche; wir verwenden nur den Metadatenfilter-Konverter aus der Spring-AI-Bibliothek. Unser Archive Service verwendet Version 1.0.3 und ruft MariaDBFilterExpressionConverter für einen Metadatenfilter auf. Die zulässige organizationUuid stammt aus dem gespeicherten Benutzerkonto und wird als JDBC-Parameter gebunden. Zusätzlich soll ein Filter aus dem Request ausgewertet werden. Der Converter setzt dessen String-Wert jedoch ohne korrektes Escaping in ein SQL-Fragment ein. Mit dem Wert 786298a5-8c02-56ce-ba8f-d2b41ec3333c' OR '1'='1 verlässt das Anführungszeichen den String und ergänzt eine OR-Bedingung. Da SQL AND vor OR auswertet, kann dieser Teil die vorherige Organisationsbedingung überstimmen. Die Anwendung gibt dann Dokumente anderer Organisationen zurück. Die Route /documents/search-safe ist nur ein eigener Vergleich im Demo-Projekt: Sie bindet beide Werte und liefert für denselben manipulierten Input keine fremden Treffer. Das ist keine gepatchte Spring-AI-Implementierung. Spring AI 1.0.4 behebt die CVE im 1.0-Zweig.</a:t>
            </a:r>
          </a:p>
          <a:p xmlns:a="http://schemas.openxmlformats.org/drawingml/2006/main">
            <a:r>
              <a:t>Quelle: https://spring.io/security/cve-2026-22730/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Neben den beiden Bibliotheks-CVEs gibt es eine bewusst eingebaute Fehlentscheidung in der Anwendung. Die normale Benutzerliste enthält nur Kontodaten, aber mit debug=true auch passwordHash. Das könnte im Review zunächst als weniger kritisch erscheinen: Der Endpunkt soll nur für Administratoren erreichbar sein und der gespeicherte Wert ist ein BCrypt-Hash, kein Klartextpasswort. Die Kombination ändert die Bewertung. Durch CVE-2025-22223 erreicht ein normales angemeldetes Konto die Liste und kann den Hash von Anna lesen. Im Labor ist Annas Passwort absichtlich schwach und lässt sich mit einer kurzen lokalen Wortliste offline finden. Das ist kein Bruch von BCrypt; ein starkes Passwort würde diesen Schritt deutlich erschweren. Die Debug-Ausgabe und das schwache Passwort sind separate Anwendungsschwächen, keine CVEs. Der ursprüngliche Besucher bekommt keine Admin-Rolle. In der Live-Demo ist Annas Laborpasswort bereits in der Postman Collection hinterlegt. Nach dem Wechsel zu Annas Konto zeigen wir direkt die Dokumentsuche.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wechsle ich vom Foliensatz zur Postman Collection mit zehn Requests. Zuerst zeigt GET / den öffentlichen Demo-Index. Eine anonyme Anfrage an /users liefert 401. Danach registrieren wir einen normalen Benutzer. Der Signup-Response enthält eine neue organizationUuid. Die Suche nach Dokumenten dieser UUID liefert eine leere Liste. Request 5 ist der erste unberechtigte Zugriff: Das normale Konto erhält durch CVE-2025-22223 die für ADMIN vorgesehene Benutzerliste. Darin sehen wir auch die Organisations-UUIDs. Request 6 verwendet debug=true und zeigt Passwort-Hashes für alle Benutzer. Ich erkläre, dass ein Offline-Vergleich mit einer kurzen Liste schwacher Passwörter für Annas Hash den Laborwert sunshine ergibt; diesen Vergleich führe ich hier nicht live aus. Das Passwort ist bereits als annaPassword in der Collection gespeichert. Mit Annas Konto zeigen die letzten vier Requests: normale Dokumentsuche, fremde UUID ohne Treffer, manipulierter Filter mit fremden Dokumenten und dieselbe Eingabe auf /search-safe ohne fremde Treffer.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mich zeigt dieses Beispiel vor allem, warum man Schwachstellen nicht isoliert als CVE-Nummern betrachten sollte. Entscheidend ist, ob die betroffene Version tatsächlich eingesetzt wird und ob der gefährdete Codepfad in der eigenen Architektur erreichbar ist. Auf dieser Grundlage lässt sich die Dringlichkeit eines Updates begründen. Ebenso wichtig sind Entscheidungen im eigenen Code, die vielleicht lange als unproblematisch galten: ein Debug-Schalter, der sensible Felder ausgibt, ein schwaches Passwort oder das Anhängen eines SQL-Fragments. Solche Altlasten können über Jahre bestehen bleiben. Eine neue Bibliothekslücke macht sie dann plötzlich zu einem wichtigen Teil einer größeren Angriffskette. Konkret würde ich hier Spring Security und Spring AI aktualisieren, die ADMIN-Regel auf die konkrete Methode setzen, Passwort-Hashes aus API-Antworten entfernen und SQL-Werte binden. Vielen Dank – ich freue mich auf Fragen.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7ac0ae52541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72b14986104e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017dd724e347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90daa645ceb44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d9725e096f47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67f203eea041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47A386-FB5E-4DA4-B50F-AC9F9CBA66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A3D07F3-1A22-47E1-96F2-534D79A509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8A9802-36BA-4DE6-AC59-92E7A3EF489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89BD9D-2BAD-43C7-B43A-8167941927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B3B2BE-124F-4FB2-826A-439C00BFBC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5A1E28-1C46-44B8-9132-7C294C942B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C64E6A-A93F-428E-A647-2F0189C68C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BB6332-54E5-4912-B353-1CD98D795D5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D3DF1E-AB8A-4B9C-81ED-5ACDFAA43F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BD2401-0E6B-4F85-91FB-ABEE711F5B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a04a7bc09740a7" /><Relationship Type="http://schemas.openxmlformats.org/officeDocument/2006/relationships/slideLayout" Target="/ppt/slideLayouts/slideLayout1.xml" Id="R7912c9b0a24642df" /><Relationship Type="http://schemas.openxmlformats.org/officeDocument/2006/relationships/slideLayout" Target="/ppt/slideLayouts/slideLayout2.xml" Id="R79fb246d96cc4d65" /><Relationship Type="http://schemas.openxmlformats.org/officeDocument/2006/relationships/slideLayout" Target="/ppt/slideLayouts/slideLayout3.xml" Id="R3d28addef49748ea" /><Relationship Type="http://schemas.openxmlformats.org/officeDocument/2006/relationships/slideLayout" Target="/ppt/slideLayouts/slideLayout4.xml" Id="Rb289fe07641447b2" /><Relationship Type="http://schemas.openxmlformats.org/officeDocument/2006/relationships/slideLayout" Target="/ppt/slideLayouts/slideLayout5.xml" Id="R5ccc709895854ab7" /><Relationship Type="http://schemas.openxmlformats.org/officeDocument/2006/relationships/slideLayout" Target="/ppt/slideLayouts/slideLayout6.xml" Id="R75d79c16c18c4b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12c9b0a24642df"/>
    <p:sldLayoutId xmlns:r="http://schemas.openxmlformats.org/officeDocument/2006/relationships" id="2147483650" r:id="R79fb246d96cc4d65"/>
    <p:sldLayoutId xmlns:r="http://schemas.openxmlformats.org/officeDocument/2006/relationships" id="2147483651" r:id="R3d28addef49748ea"/>
    <p:sldLayoutId xmlns:r="http://schemas.openxmlformats.org/officeDocument/2006/relationships" id="2147483652" r:id="Rb289fe07641447b2"/>
    <p:sldLayoutId xmlns:r="http://schemas.openxmlformats.org/officeDocument/2006/relationships" id="2147483653" r:id="R5ccc709895854ab7"/>
    <p:sldLayoutId xmlns:r="http://schemas.openxmlformats.org/officeDocument/2006/relationships" id="2147483654" r:id="R75d79c16c18c4b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35ab7a19a848c5" /><Relationship Type="http://schemas.openxmlformats.org/officeDocument/2006/relationships/notesSlide" Target="/ppt/notesSlides/notesSlide1.xml" Id="Rf24e2c80586343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d303b250b24095" /><Relationship Type="http://schemas.openxmlformats.org/officeDocument/2006/relationships/notesSlide" Target="/ppt/notesSlides/notesSlide2.xml" Id="R0915101255fa46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2696b11bb6494f" /><Relationship Type="http://schemas.openxmlformats.org/officeDocument/2006/relationships/notesSlide" Target="/ppt/notesSlides/notesSlide3.xml" Id="R77db08debc7446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147c7ff28742f0" /><Relationship Type="http://schemas.openxmlformats.org/officeDocument/2006/relationships/notesSlide" Target="/ppt/notesSlides/notesSlide4.xml" Id="R0886588d6f3f44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0ceffa4d794cae" /><Relationship Type="http://schemas.openxmlformats.org/officeDocument/2006/relationships/notesSlide" Target="/ppt/notesSlides/notesSlide5.xml" Id="Ra3499ac0fb7042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2f7e2d8b6b4f98" /><Relationship Type="http://schemas.openxmlformats.org/officeDocument/2006/relationships/notesSlide" Target="/ppt/notesSlides/notesSlide6.xml" Id="Rdb94f45058e041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9260dc66dd479b" /><Relationship Type="http://schemas.openxmlformats.org/officeDocument/2006/relationships/notesSlide" Target="/ppt/notesSlides/notesSlide7.xml" Id="R4100e2bb4e2740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2c3cb1b1944328" /><Relationship Type="http://schemas.openxmlformats.org/officeDocument/2006/relationships/notesSlide" Target="/ppt/notesSlides/notesSlide8.xml" Id="R1d7ed7d687ed44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62b55959a94d5b" /><Relationship Type="http://schemas.openxmlformats.org/officeDocument/2006/relationships/notesSlide" Target="/ppt/notesSlides/notesSlide9.xml" Id="R66510a69e8824b7b"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1B4E64-AD56-4585-9E91-3FA2B53CFBBF}"/>
              </a:ext>
            </a:extLst>
          </p:cNvPr>
          <p:cNvSpPr>
            <a:spLocks xmlns:a="http://schemas.openxmlformats.org/drawingml/2006/main" noGrp="1"/>
          </p:cNvSpPr>
          <p:nvPr/>
        </p:nvSpPr>
        <p:spPr>
          <a:xfrm xmlns:a="http://schemas.openxmlformats.org/drawingml/2006/main">
            <a:off x="781050" y="1495425"/>
            <a:ext cx="66675" cy="2305050"/>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A7AF3D53-AB41-4A3A-A38F-8048EA8DEC4E}"/>
              </a:ext>
            </a:extLst>
          </p:cNvPr>
          <p:cNvSpPr>
            <a:spLocks xmlns:a="http://schemas.openxmlformats.org/drawingml/2006/main" noGrp="1"/>
          </p:cNvSpPr>
          <p:nvPr/>
        </p:nvSpPr>
        <p:spPr>
          <a:xfrm xmlns:a="http://schemas.openxmlformats.org/drawingml/2006/main">
            <a:off x="1066800" y="1457325"/>
            <a:ext cx="9810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975" b="1">
                <a:solidFill>
                  <a:srgbClr val="202935"/>
                </a:solidFill>
                <a:latin typeface="Arial"/>
                <a:ea typeface="Arial"/>
                <a:cs typeface="Arial"/>
              </a:defRPr>
            </a:defPPr>
            <a:lvl1pPr algn="l">
              <a:defRPr sz="3975" b="1">
                <a:solidFill>
                  <a:srgbClr val="202935"/>
                </a:solidFill>
                <a:latin typeface="Arial"/>
                <a:ea typeface="Arial"/>
                <a:cs typeface="Arial"/>
              </a:defRPr>
            </a:lvl1pPr>
            <a:lvl2pPr algn="l">
              <a:defRPr sz="3975" b="1">
                <a:solidFill>
                  <a:srgbClr val="202935"/>
                </a:solidFill>
                <a:latin typeface="Arial"/>
                <a:ea typeface="Arial"/>
                <a:cs typeface="Arial"/>
              </a:defRPr>
            </a:lvl2pPr>
            <a:lvl3pPr algn="l">
              <a:defRPr sz="3975" b="1">
                <a:solidFill>
                  <a:srgbClr val="202935"/>
                </a:solidFill>
                <a:latin typeface="Arial"/>
                <a:ea typeface="Arial"/>
                <a:cs typeface="Arial"/>
              </a:defRPr>
            </a:lvl3pPr>
            <a:lvl4pPr algn="l">
              <a:defRPr sz="3975" b="1">
                <a:solidFill>
                  <a:srgbClr val="202935"/>
                </a:solidFill>
                <a:latin typeface="Arial"/>
                <a:ea typeface="Arial"/>
                <a:cs typeface="Arial"/>
              </a:defRPr>
            </a:lvl4pPr>
            <a:lvl5pPr algn="l">
              <a:defRPr sz="3975" b="1">
                <a:solidFill>
                  <a:srgbClr val="202935"/>
                </a:solidFill>
                <a:latin typeface="Arial"/>
                <a:ea typeface="Arial"/>
                <a:cs typeface="Arial"/>
              </a:defRPr>
            </a:lvl5pPr>
            <a:lvl6pPr algn="l">
              <a:defRPr sz="3975" b="1">
                <a:solidFill>
                  <a:srgbClr val="202935"/>
                </a:solidFill>
                <a:latin typeface="Arial"/>
                <a:ea typeface="Arial"/>
                <a:cs typeface="Arial"/>
              </a:defRPr>
            </a:lvl6pPr>
            <a:lvl7pPr algn="l">
              <a:defRPr sz="3975" b="1">
                <a:solidFill>
                  <a:srgbClr val="202935"/>
                </a:solidFill>
                <a:latin typeface="Arial"/>
                <a:ea typeface="Arial"/>
                <a:cs typeface="Arial"/>
              </a:defRPr>
            </a:lvl7pPr>
            <a:lvl8pPr algn="l">
              <a:defRPr sz="3975" b="1">
                <a:solidFill>
                  <a:srgbClr val="202935"/>
                </a:solidFill>
                <a:latin typeface="Arial"/>
                <a:ea typeface="Arial"/>
                <a:cs typeface="Arial"/>
              </a:defRPr>
            </a:lvl8pPr>
            <a:lvl9pPr algn="l">
              <a:defRPr sz="3975" b="1">
                <a:solidFill>
                  <a:srgbClr val="202935"/>
                </a:solidFill>
                <a:latin typeface="Arial"/>
                <a:ea typeface="Arial"/>
                <a:cs typeface="Arial"/>
              </a:defRPr>
            </a:lvl9pPr>
          </a:lstStyle>
          <a:p xmlns:a="http://schemas.openxmlformats.org/drawingml/2006/main">
            <a:pPr algn="l">
              <a:defRPr sz="3975" b="1">
                <a:solidFill>
                  <a:srgbClr val="202935"/>
                </a:solidFill>
                <a:latin typeface="Arial"/>
                <a:ea typeface="Arial"/>
                <a:cs typeface="Arial"/>
              </a:defRPr>
            </a:pPr>
            <a:r>
              <a:rPr sz="3975" b="1">
                <a:solidFill>
                  <a:srgbClr val="202935"/>
                </a:solidFill>
                <a:latin typeface="Arial"/>
                <a:ea typeface="Arial"/>
                <a:cs typeface="Arial"/>
              </a:rPr>
              <a:t>Wenn Schwachstellen</a:t>
            </a:r>
          </a:p>
          <a:p xmlns:a="http://schemas.openxmlformats.org/drawingml/2006/main">
            <a:pPr algn="l">
              <a:defRPr sz="3975" b="1">
                <a:solidFill>
                  <a:srgbClr val="202935"/>
                </a:solidFill>
                <a:latin typeface="Arial"/>
                <a:ea typeface="Arial"/>
                <a:cs typeface="Arial"/>
              </a:defRPr>
            </a:pPr>
            <a:r>
              <a:rPr sz="3975" b="1">
                <a:solidFill>
                  <a:srgbClr val="202935"/>
                </a:solidFill>
                <a:latin typeface="Arial"/>
                <a:ea typeface="Arial"/>
                <a:cs typeface="Arial"/>
              </a:rPr>
              <a:t>zusammenwirken</a:t>
            </a:r>
          </a:p>
        </p:txBody>
      </p:sp>
      <p:sp>
        <p:nvSpPr>
          <p:cNvPr id="3" name="">
            <a:extLst xmlns:a="http://schemas.openxmlformats.org/drawingml/2006/main">
              <a:ext uri="{FF2B5EF4-FFF2-40B4-BE49-F238E27FC236}">
                <a16:creationId xmlns:a16="http://schemas.microsoft.com/office/drawing/2014/main" id="{28A5BE9C-399D-4ECB-BFE1-8049235D5CBA}"/>
              </a:ext>
            </a:extLst>
          </p:cNvPr>
          <p:cNvSpPr>
            <a:spLocks xmlns:a="http://schemas.openxmlformats.org/drawingml/2006/main" noGrp="1"/>
          </p:cNvSpPr>
          <p:nvPr/>
        </p:nvSpPr>
        <p:spPr>
          <a:xfrm xmlns:a="http://schemas.openxmlformats.org/drawingml/2006/main">
            <a:off x="1076325" y="3324225"/>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5D6872"/>
                </a:solidFill>
                <a:latin typeface="Arial"/>
                <a:ea typeface="Arial"/>
                <a:cs typeface="Arial"/>
              </a:defRPr>
            </a:defPPr>
            <a:lvl1pPr algn="l">
              <a:defRPr sz="2100" b="0">
                <a:solidFill>
                  <a:srgbClr val="5D6872"/>
                </a:solidFill>
                <a:latin typeface="Arial"/>
                <a:ea typeface="Arial"/>
                <a:cs typeface="Arial"/>
              </a:defRPr>
            </a:lvl1pPr>
            <a:lvl2pPr algn="l">
              <a:defRPr sz="2100" b="0">
                <a:solidFill>
                  <a:srgbClr val="5D6872"/>
                </a:solidFill>
                <a:latin typeface="Arial"/>
                <a:ea typeface="Arial"/>
                <a:cs typeface="Arial"/>
              </a:defRPr>
            </a:lvl2pPr>
            <a:lvl3pPr algn="l">
              <a:defRPr sz="2100" b="0">
                <a:solidFill>
                  <a:srgbClr val="5D6872"/>
                </a:solidFill>
                <a:latin typeface="Arial"/>
                <a:ea typeface="Arial"/>
                <a:cs typeface="Arial"/>
              </a:defRPr>
            </a:lvl3pPr>
            <a:lvl4pPr algn="l">
              <a:defRPr sz="2100" b="0">
                <a:solidFill>
                  <a:srgbClr val="5D6872"/>
                </a:solidFill>
                <a:latin typeface="Arial"/>
                <a:ea typeface="Arial"/>
                <a:cs typeface="Arial"/>
              </a:defRPr>
            </a:lvl4pPr>
            <a:lvl5pPr algn="l">
              <a:defRPr sz="2100" b="0">
                <a:solidFill>
                  <a:srgbClr val="5D6872"/>
                </a:solidFill>
                <a:latin typeface="Arial"/>
                <a:ea typeface="Arial"/>
                <a:cs typeface="Arial"/>
              </a:defRPr>
            </a:lvl5pPr>
            <a:lvl6pPr algn="l">
              <a:defRPr sz="2100" b="0">
                <a:solidFill>
                  <a:srgbClr val="5D6872"/>
                </a:solidFill>
                <a:latin typeface="Arial"/>
                <a:ea typeface="Arial"/>
                <a:cs typeface="Arial"/>
              </a:defRPr>
            </a:lvl6pPr>
            <a:lvl7pPr algn="l">
              <a:defRPr sz="2100" b="0">
                <a:solidFill>
                  <a:srgbClr val="5D6872"/>
                </a:solidFill>
                <a:latin typeface="Arial"/>
                <a:ea typeface="Arial"/>
                <a:cs typeface="Arial"/>
              </a:defRPr>
            </a:lvl7pPr>
            <a:lvl8pPr algn="l">
              <a:defRPr sz="2100" b="0">
                <a:solidFill>
                  <a:srgbClr val="5D6872"/>
                </a:solidFill>
                <a:latin typeface="Arial"/>
                <a:ea typeface="Arial"/>
                <a:cs typeface="Arial"/>
              </a:defRPr>
            </a:lvl8pPr>
            <a:lvl9pPr algn="l">
              <a:defRPr sz="2100" b="0">
                <a:solidFill>
                  <a:srgbClr val="5D6872"/>
                </a:solidFill>
                <a:latin typeface="Arial"/>
                <a:ea typeface="Arial"/>
                <a:cs typeface="Arial"/>
              </a:defRPr>
            </a:lvl9pPr>
          </a:lstStyle>
          <a:p xmlns:a="http://schemas.openxmlformats.org/drawingml/2006/main">
            <a:pPr algn="l">
              <a:defRPr sz="2100" b="0">
                <a:solidFill>
                  <a:srgbClr val="5D6872"/>
                </a:solidFill>
                <a:latin typeface="Arial"/>
                <a:ea typeface="Arial"/>
                <a:cs typeface="Arial"/>
              </a:defRPr>
            </a:pPr>
            <a:r>
              <a:rPr sz="2100" b="0">
                <a:solidFill>
                  <a:srgbClr val="5D6872"/>
                </a:solidFill>
                <a:latin typeface="Arial"/>
                <a:ea typeface="Arial"/>
                <a:cs typeface="Arial"/>
              </a:rPr>
              <a:t>Eine Untersuchung an OrgArchive</a:t>
            </a:r>
          </a:p>
        </p:txBody>
      </p:sp>
      <p:sp>
        <p:nvSpPr>
          <p:cNvPr id="4" name="">
            <a:extLst xmlns:a="http://schemas.openxmlformats.org/drawingml/2006/main">
              <a:ext uri="{FF2B5EF4-FFF2-40B4-BE49-F238E27FC236}">
                <a16:creationId xmlns:a16="http://schemas.microsoft.com/office/drawing/2014/main" id="{0BF5277F-8D8D-4523-9A7D-E10DD3F30706}"/>
              </a:ext>
            </a:extLst>
          </p:cNvPr>
          <p:cNvSpPr>
            <a:spLocks xmlns:a="http://schemas.openxmlformats.org/drawingml/2006/main" noGrp="1"/>
          </p:cNvSpPr>
          <p:nvPr/>
        </p:nvSpPr>
        <p:spPr>
          <a:xfrm xmlns:a="http://schemas.openxmlformats.org/drawingml/2006/main">
            <a:off x="1076325" y="4029075"/>
            <a:ext cx="9115425" cy="0"/>
          </a:xfrm>
          <a:prstGeom xmlns:a="http://schemas.openxmlformats.org/drawingml/2006/main" prst="line">
            <a:avLst/>
          </a:prstGeom>
          <a:noFill xmlns:a="http://schemas.openxmlformats.org/drawingml/2006/main"/>
          <a:ln xmlns:a="http://schemas.openxmlformats.org/drawingml/2006/main" w="19050">
            <a:solidFill>
              <a:srgbClr val="D6D4CD"/>
            </a:solidFill>
            <a:prstDash val="solid"/>
          </a:ln>
        </p:spPr>
      </p:sp>
      <p:sp>
        <p:nvSpPr>
          <p:cNvPr id="5" name="">
            <a:extLst xmlns:a="http://schemas.openxmlformats.org/drawingml/2006/main">
              <a:ext uri="{FF2B5EF4-FFF2-40B4-BE49-F238E27FC236}">
                <a16:creationId xmlns:a16="http://schemas.microsoft.com/office/drawing/2014/main" id="{A8F18130-FC98-4531-A83F-120A7889EDB0}"/>
              </a:ext>
            </a:extLst>
          </p:cNvPr>
          <p:cNvSpPr>
            <a:spLocks xmlns:a="http://schemas.openxmlformats.org/drawingml/2006/main" noGrp="1"/>
          </p:cNvSpPr>
          <p:nvPr/>
        </p:nvSpPr>
        <p:spPr>
          <a:xfrm xmlns:a="http://schemas.openxmlformats.org/drawingml/2006/main">
            <a:off x="1076325" y="42481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C55A2B"/>
                </a:solidFill>
                <a:latin typeface="Arial"/>
                <a:ea typeface="Arial"/>
                <a:cs typeface="Arial"/>
              </a:defRPr>
            </a:defPPr>
            <a:lvl1pPr algn="l">
              <a:defRPr sz="1575" b="1">
                <a:solidFill>
                  <a:srgbClr val="C55A2B"/>
                </a:solidFill>
                <a:latin typeface="Arial"/>
                <a:ea typeface="Arial"/>
                <a:cs typeface="Arial"/>
              </a:defRPr>
            </a:lvl1pPr>
            <a:lvl2pPr algn="l">
              <a:defRPr sz="1575" b="1">
                <a:solidFill>
                  <a:srgbClr val="C55A2B"/>
                </a:solidFill>
                <a:latin typeface="Arial"/>
                <a:ea typeface="Arial"/>
                <a:cs typeface="Arial"/>
              </a:defRPr>
            </a:lvl2pPr>
            <a:lvl3pPr algn="l">
              <a:defRPr sz="1575" b="1">
                <a:solidFill>
                  <a:srgbClr val="C55A2B"/>
                </a:solidFill>
                <a:latin typeface="Arial"/>
                <a:ea typeface="Arial"/>
                <a:cs typeface="Arial"/>
              </a:defRPr>
            </a:lvl3pPr>
            <a:lvl4pPr algn="l">
              <a:defRPr sz="1575" b="1">
                <a:solidFill>
                  <a:srgbClr val="C55A2B"/>
                </a:solidFill>
                <a:latin typeface="Arial"/>
                <a:ea typeface="Arial"/>
                <a:cs typeface="Arial"/>
              </a:defRPr>
            </a:lvl4pPr>
            <a:lvl5pPr algn="l">
              <a:defRPr sz="1575" b="1">
                <a:solidFill>
                  <a:srgbClr val="C55A2B"/>
                </a:solidFill>
                <a:latin typeface="Arial"/>
                <a:ea typeface="Arial"/>
                <a:cs typeface="Arial"/>
              </a:defRPr>
            </a:lvl5pPr>
            <a:lvl6pPr algn="l">
              <a:defRPr sz="1575" b="1">
                <a:solidFill>
                  <a:srgbClr val="C55A2B"/>
                </a:solidFill>
                <a:latin typeface="Arial"/>
                <a:ea typeface="Arial"/>
                <a:cs typeface="Arial"/>
              </a:defRPr>
            </a:lvl6pPr>
            <a:lvl7pPr algn="l">
              <a:defRPr sz="1575" b="1">
                <a:solidFill>
                  <a:srgbClr val="C55A2B"/>
                </a:solidFill>
                <a:latin typeface="Arial"/>
                <a:ea typeface="Arial"/>
                <a:cs typeface="Arial"/>
              </a:defRPr>
            </a:lvl7pPr>
            <a:lvl8pPr algn="l">
              <a:defRPr sz="1575" b="1">
                <a:solidFill>
                  <a:srgbClr val="C55A2B"/>
                </a:solidFill>
                <a:latin typeface="Arial"/>
                <a:ea typeface="Arial"/>
                <a:cs typeface="Arial"/>
              </a:defRPr>
            </a:lvl8pPr>
            <a:lvl9pPr algn="l">
              <a:defRPr sz="1575" b="1">
                <a:solidFill>
                  <a:srgbClr val="C55A2B"/>
                </a:solidFill>
                <a:latin typeface="Arial"/>
                <a:ea typeface="Arial"/>
                <a:cs typeface="Arial"/>
              </a:defRPr>
            </a:lvl9pPr>
          </a:lstStyle>
          <a:p xmlns:a="http://schemas.openxmlformats.org/drawingml/2006/main">
            <a:pPr algn="l">
              <a:defRPr sz="1575" b="1">
                <a:solidFill>
                  <a:srgbClr val="C55A2B"/>
                </a:solidFill>
                <a:latin typeface="Arial"/>
                <a:ea typeface="Arial"/>
                <a:cs typeface="Arial"/>
              </a:defRPr>
            </a:pPr>
            <a:r>
              <a:rPr sz="1575" b="1">
                <a:solidFill>
                  <a:srgbClr val="C55A2B"/>
                </a:solidFill>
                <a:latin typeface="Arial"/>
                <a:ea typeface="Arial"/>
                <a:cs typeface="Arial"/>
              </a:rPr>
              <a:t>Zwei CVEs · Legacy-Entscheidungen · Live-Demo</a:t>
            </a:r>
          </a:p>
        </p:txBody>
      </p:sp>
    </p:spTree>
    <p:extLst>
      <p:ext uri="{BB962C8B-B14F-4D97-AF65-F5344CB8AC3E}">
        <p14:creationId xmlns:p14="http://schemas.microsoft.com/office/powerpoint/2010/main" val="382068537"/>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D992E5C-6C50-4F09-8C6D-47F6319CBE42}"/>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D21214F6-E8CF-49DE-A016-7ECEE619D84C}"/>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Eine plausible Anwendung, eine riskante Kette</a:t>
            </a:r>
          </a:p>
        </p:txBody>
      </p:sp>
      <p:sp>
        <p:nvSpPr>
          <p:cNvPr id="3" name="">
            <a:extLst xmlns:a="http://schemas.openxmlformats.org/drawingml/2006/main">
              <a:ext uri="{FF2B5EF4-FFF2-40B4-BE49-F238E27FC236}">
                <a16:creationId xmlns:a16="http://schemas.microsoft.com/office/drawing/2014/main" id="{757DBDE3-BE47-44CE-BF2D-D5D261F7C50F}"/>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4" name="">
            <a:extLst xmlns:a="http://schemas.openxmlformats.org/drawingml/2006/main">
              <a:ext uri="{FF2B5EF4-FFF2-40B4-BE49-F238E27FC236}">
                <a16:creationId xmlns:a16="http://schemas.microsoft.com/office/drawing/2014/main" id="{13C936E8-CAD7-4635-B633-4B914A3C2CE7}"/>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5" name="">
            <a:extLst xmlns:a="http://schemas.openxmlformats.org/drawingml/2006/main">
              <a:ext uri="{FF2B5EF4-FFF2-40B4-BE49-F238E27FC236}">
                <a16:creationId xmlns:a16="http://schemas.microsoft.com/office/drawing/2014/main" id="{280B5829-A3D7-410A-BE69-E68E229289A8}"/>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4136F36-22A9-43F1-8730-5277C4C4C621}"/>
              </a:ext>
            </a:extLst>
          </p:cNvPr>
          <p:cNvSpPr>
            <a:spLocks xmlns:a="http://schemas.openxmlformats.org/drawingml/2006/main" noGrp="1"/>
          </p:cNvSpPr>
          <p:nvPr/>
        </p:nvSpPr>
        <p:spPr>
          <a:xfrm xmlns:a="http://schemas.openxmlformats.org/drawingml/2006/main">
            <a:off x="876300" y="1476375"/>
            <a:ext cx="10239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xmlns:a="http://schemas.openxmlformats.org/drawingml/2006/main">
            <a:pPr algn="l">
              <a:defRPr sz="2175" b="1">
                <a:solidFill>
                  <a:srgbClr val="202935"/>
                </a:solidFill>
                <a:latin typeface="Arial"/>
                <a:ea typeface="Arial"/>
                <a:cs typeface="Arial"/>
              </a:defRPr>
            </a:pPr>
            <a:r>
              <a:rPr sz="2175" b="1">
                <a:solidFill>
                  <a:srgbClr val="202935"/>
                </a:solidFill>
                <a:latin typeface="Arial"/>
                <a:ea typeface="Arial"/>
                <a:cs typeface="Arial"/>
              </a:rPr>
              <a:t>Das System wirkt geschützt. Erst die Kombination mehrerer Lücken öffnet den Weg zu fremden Dokumenten.</a:t>
            </a:r>
          </a:p>
        </p:txBody>
      </p:sp>
      <p:sp>
        <p:nvSpPr>
          <p:cNvPr id="7" name="">
            <a:extLst xmlns:a="http://schemas.openxmlformats.org/drawingml/2006/main">
              <a:ext uri="{FF2B5EF4-FFF2-40B4-BE49-F238E27FC236}">
                <a16:creationId xmlns:a16="http://schemas.microsoft.com/office/drawing/2014/main" id="{20620D28-ED3D-437A-AE4F-88E3F4BF185A}"/>
              </a:ext>
            </a:extLst>
          </p:cNvPr>
          <p:cNvSpPr>
            <a:spLocks xmlns:a="http://schemas.openxmlformats.org/drawingml/2006/main" noGrp="1"/>
          </p:cNvSpPr>
          <p:nvPr/>
        </p:nvSpPr>
        <p:spPr>
          <a:xfrm xmlns:a="http://schemas.openxmlformats.org/drawingml/2006/main">
            <a:off x="781050" y="2867025"/>
            <a:ext cx="3276600"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C967C176-2AAF-49D0-B276-77E9276F61FD}"/>
              </a:ext>
            </a:extLst>
          </p:cNvPr>
          <p:cNvSpPr>
            <a:spLocks xmlns:a="http://schemas.openxmlformats.org/drawingml/2006/main" noGrp="1"/>
          </p:cNvSpPr>
          <p:nvPr/>
        </p:nvSpPr>
        <p:spPr>
          <a:xfrm xmlns:a="http://schemas.openxmlformats.org/drawingml/2006/main">
            <a:off x="962025" y="30289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xmlns:a="http://schemas.openxmlformats.org/drawingml/2006/main">
            <a:pPr algn="l">
              <a:defRPr sz="1650" b="1">
                <a:solidFill>
                  <a:srgbClr val="C55A2B"/>
                </a:solidFill>
                <a:latin typeface="Arial"/>
                <a:ea typeface="Arial"/>
                <a:cs typeface="Arial"/>
              </a:defRPr>
            </a:pPr>
            <a:r>
              <a:rPr sz="1650" b="1">
                <a:solidFill>
                  <a:srgbClr val="C55A2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C9DDDD8-BE29-4902-86E0-524E5F7B3A04}"/>
              </a:ext>
            </a:extLst>
          </p:cNvPr>
          <p:cNvSpPr>
            <a:spLocks xmlns:a="http://schemas.openxmlformats.org/drawingml/2006/main" noGrp="1"/>
          </p:cNvSpPr>
          <p:nvPr/>
        </p:nvSpPr>
        <p:spPr>
          <a:xfrm xmlns:a="http://schemas.openxmlformats.org/drawingml/2006/main">
            <a:off x="962025" y="3457575"/>
            <a:ext cx="2914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Spring Security 6.4.3</a:t>
            </a:r>
          </a:p>
        </p:txBody>
      </p:sp>
      <p:sp>
        <p:nvSpPr>
          <p:cNvPr id="10" name="">
            <a:extLst xmlns:a="http://schemas.openxmlformats.org/drawingml/2006/main">
              <a:ext uri="{FF2B5EF4-FFF2-40B4-BE49-F238E27FC236}">
                <a16:creationId xmlns:a16="http://schemas.microsoft.com/office/drawing/2014/main" id="{BAA42215-5E19-4447-94AA-2819085ECEA8}"/>
              </a:ext>
            </a:extLst>
          </p:cNvPr>
          <p:cNvSpPr>
            <a:spLocks xmlns:a="http://schemas.openxmlformats.org/drawingml/2006/main" noGrp="1"/>
          </p:cNvSpPr>
          <p:nvPr/>
        </p:nvSpPr>
        <p:spPr>
          <a:xfrm xmlns:a="http://schemas.openxmlformats.org/drawingml/2006/main">
            <a:off x="962025" y="4019550"/>
            <a:ext cx="29146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Admin-Regel auf generischem Interface wird übersehen</a:t>
            </a:r>
          </a:p>
        </p:txBody>
      </p:sp>
      <p:sp>
        <p:nvSpPr>
          <p:cNvPr id="11" name="">
            <a:extLst xmlns:a="http://schemas.openxmlformats.org/drawingml/2006/main">
              <a:ext uri="{FF2B5EF4-FFF2-40B4-BE49-F238E27FC236}">
                <a16:creationId xmlns:a16="http://schemas.microsoft.com/office/drawing/2014/main" id="{4399AE45-24E7-40D2-8173-1B9FC1897247}"/>
              </a:ext>
            </a:extLst>
          </p:cNvPr>
          <p:cNvSpPr>
            <a:spLocks xmlns:a="http://schemas.openxmlformats.org/drawingml/2006/main" noGrp="1"/>
          </p:cNvSpPr>
          <p:nvPr/>
        </p:nvSpPr>
        <p:spPr>
          <a:xfrm xmlns:a="http://schemas.openxmlformats.org/drawingml/2006/main">
            <a:off x="4429125" y="2867025"/>
            <a:ext cx="3276600"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2" name="">
            <a:extLst xmlns:a="http://schemas.openxmlformats.org/drawingml/2006/main">
              <a:ext uri="{FF2B5EF4-FFF2-40B4-BE49-F238E27FC236}">
                <a16:creationId xmlns:a16="http://schemas.microsoft.com/office/drawing/2014/main" id="{0481AA94-01C4-401C-9175-D338DBF552B1}"/>
              </a:ext>
            </a:extLst>
          </p:cNvPr>
          <p:cNvSpPr>
            <a:spLocks xmlns:a="http://schemas.openxmlformats.org/drawingml/2006/main" noGrp="1"/>
          </p:cNvSpPr>
          <p:nvPr/>
        </p:nvSpPr>
        <p:spPr>
          <a:xfrm xmlns:a="http://schemas.openxmlformats.org/drawingml/2006/main">
            <a:off x="4610100" y="30289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xmlns:a="http://schemas.openxmlformats.org/drawingml/2006/main">
            <a:pPr algn="l">
              <a:defRPr sz="1650" b="1">
                <a:solidFill>
                  <a:srgbClr val="C55A2B"/>
                </a:solidFill>
                <a:latin typeface="Arial"/>
                <a:ea typeface="Arial"/>
                <a:cs typeface="Arial"/>
              </a:defRPr>
            </a:pPr>
            <a:r>
              <a:rPr sz="1650" b="1">
                <a:solidFill>
                  <a:srgbClr val="C55A2B"/>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C270D1A9-A583-4CD5-B959-6326020D3A3F}"/>
              </a:ext>
            </a:extLst>
          </p:cNvPr>
          <p:cNvSpPr>
            <a:spLocks xmlns:a="http://schemas.openxmlformats.org/drawingml/2006/main" noGrp="1"/>
          </p:cNvSpPr>
          <p:nvPr/>
        </p:nvSpPr>
        <p:spPr>
          <a:xfrm xmlns:a="http://schemas.openxmlformats.org/drawingml/2006/main">
            <a:off x="4610100" y="3457575"/>
            <a:ext cx="2914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Anwendungscode</a:t>
            </a:r>
          </a:p>
        </p:txBody>
      </p:sp>
      <p:sp>
        <p:nvSpPr>
          <p:cNvPr id="14" name="">
            <a:extLst xmlns:a="http://schemas.openxmlformats.org/drawingml/2006/main">
              <a:ext uri="{FF2B5EF4-FFF2-40B4-BE49-F238E27FC236}">
                <a16:creationId xmlns:a16="http://schemas.microsoft.com/office/drawing/2014/main" id="{E3CDAB30-65BE-4C43-8D9F-5CCFBEEB3C5D}"/>
              </a:ext>
            </a:extLst>
          </p:cNvPr>
          <p:cNvSpPr>
            <a:spLocks xmlns:a="http://schemas.openxmlformats.org/drawingml/2006/main" noGrp="1"/>
          </p:cNvSpPr>
          <p:nvPr/>
        </p:nvSpPr>
        <p:spPr>
          <a:xfrm xmlns:a="http://schemas.openxmlformats.org/drawingml/2006/main">
            <a:off x="4610100" y="4019550"/>
            <a:ext cx="29146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Debug-Antwort enthält Hashes; Anna nutzt ein schwaches Passwort</a:t>
            </a:r>
          </a:p>
        </p:txBody>
      </p:sp>
      <p:sp>
        <p:nvSpPr>
          <p:cNvPr id="15" name="">
            <a:extLst xmlns:a="http://schemas.openxmlformats.org/drawingml/2006/main">
              <a:ext uri="{FF2B5EF4-FFF2-40B4-BE49-F238E27FC236}">
                <a16:creationId xmlns:a16="http://schemas.microsoft.com/office/drawing/2014/main" id="{AAFC5F14-5695-4E8A-82DC-1979843791C7}"/>
              </a:ext>
            </a:extLst>
          </p:cNvPr>
          <p:cNvSpPr>
            <a:spLocks xmlns:a="http://schemas.openxmlformats.org/drawingml/2006/main" noGrp="1"/>
          </p:cNvSpPr>
          <p:nvPr/>
        </p:nvSpPr>
        <p:spPr>
          <a:xfrm xmlns:a="http://schemas.openxmlformats.org/drawingml/2006/main">
            <a:off x="8077200" y="2867025"/>
            <a:ext cx="3276600" cy="20097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6" name="">
            <a:extLst xmlns:a="http://schemas.openxmlformats.org/drawingml/2006/main">
              <a:ext uri="{FF2B5EF4-FFF2-40B4-BE49-F238E27FC236}">
                <a16:creationId xmlns:a16="http://schemas.microsoft.com/office/drawing/2014/main" id="{3CE78C03-6D73-43C3-A92E-DA2BE3A01495}"/>
              </a:ext>
            </a:extLst>
          </p:cNvPr>
          <p:cNvSpPr>
            <a:spLocks xmlns:a="http://schemas.openxmlformats.org/drawingml/2006/main" noGrp="1"/>
          </p:cNvSpPr>
          <p:nvPr/>
        </p:nvSpPr>
        <p:spPr>
          <a:xfrm xmlns:a="http://schemas.openxmlformats.org/drawingml/2006/main">
            <a:off x="8258175" y="30289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xmlns:a="http://schemas.openxmlformats.org/drawingml/2006/main">
            <a:pPr algn="l">
              <a:defRPr sz="1650" b="1">
                <a:solidFill>
                  <a:srgbClr val="C55A2B"/>
                </a:solidFill>
                <a:latin typeface="Arial"/>
                <a:ea typeface="Arial"/>
                <a:cs typeface="Arial"/>
              </a:defRPr>
            </a:pPr>
            <a:r>
              <a:rPr sz="1650" b="1">
                <a:solidFill>
                  <a:srgbClr val="C55A2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5B1362D2-9B21-4AF9-BE8B-265E49E4A77C}"/>
              </a:ext>
            </a:extLst>
          </p:cNvPr>
          <p:cNvSpPr>
            <a:spLocks xmlns:a="http://schemas.openxmlformats.org/drawingml/2006/main" noGrp="1"/>
          </p:cNvSpPr>
          <p:nvPr/>
        </p:nvSpPr>
        <p:spPr>
          <a:xfrm xmlns:a="http://schemas.openxmlformats.org/drawingml/2006/main">
            <a:off x="8258175" y="3457575"/>
            <a:ext cx="2914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Spring AI 1.0.3</a:t>
            </a:r>
          </a:p>
        </p:txBody>
      </p:sp>
      <p:sp>
        <p:nvSpPr>
          <p:cNvPr id="18" name="">
            <a:extLst xmlns:a="http://schemas.openxmlformats.org/drawingml/2006/main">
              <a:ext uri="{FF2B5EF4-FFF2-40B4-BE49-F238E27FC236}">
                <a16:creationId xmlns:a16="http://schemas.microsoft.com/office/drawing/2014/main" id="{73E60097-9CC7-4EFC-B637-D005FA5C5748}"/>
              </a:ext>
            </a:extLst>
          </p:cNvPr>
          <p:cNvSpPr>
            <a:spLocks xmlns:a="http://schemas.openxmlformats.org/drawingml/2006/main" noGrp="1"/>
          </p:cNvSpPr>
          <p:nvPr/>
        </p:nvSpPr>
        <p:spPr>
          <a:xfrm xmlns:a="http://schemas.openxmlformats.org/drawingml/2006/main">
            <a:off x="8258175" y="4019550"/>
            <a:ext cx="29146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Ungeprüfter Metadatenfilter verändert die SQL-Bedingung</a:t>
            </a:r>
          </a:p>
        </p:txBody>
      </p:sp>
      <p:sp>
        <p:nvSpPr>
          <p:cNvPr id="19" name="">
            <a:extLst xmlns:a="http://schemas.openxmlformats.org/drawingml/2006/main">
              <a:ext uri="{FF2B5EF4-FFF2-40B4-BE49-F238E27FC236}">
                <a16:creationId xmlns:a16="http://schemas.microsoft.com/office/drawing/2014/main" id="{423FEEE3-7055-4B7F-A75A-1BA18951E991}"/>
              </a:ext>
            </a:extLst>
          </p:cNvPr>
          <p:cNvSpPr>
            <a:spLocks xmlns:a="http://schemas.openxmlformats.org/drawingml/2006/main" noGrp="1"/>
          </p:cNvSpPr>
          <p:nvPr/>
        </p:nvSpPr>
        <p:spPr>
          <a:xfrm xmlns:a="http://schemas.openxmlformats.org/drawingml/2006/main">
            <a:off x="876300" y="5286375"/>
            <a:ext cx="1009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Jeder Schritt überschreitet eine andere Vertrauensgrenze.</a:t>
            </a:r>
          </a:p>
        </p:txBody>
      </p:sp>
    </p:spTree>
    <p:extLst>
      <p:ext uri="{BB962C8B-B14F-4D97-AF65-F5344CB8AC3E}">
        <p14:creationId xmlns:p14="http://schemas.microsoft.com/office/powerpoint/2010/main" val="143173734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EE99800-BDC9-4171-BA88-62BCE7AA8893}"/>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25973660-4EBD-4952-8118-7C3F5F5AE575}"/>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OrgArchive: Aufbau und Daten</a:t>
            </a:r>
          </a:p>
        </p:txBody>
      </p:sp>
      <p:sp>
        <p:nvSpPr>
          <p:cNvPr id="3" name="">
            <a:extLst xmlns:a="http://schemas.openxmlformats.org/drawingml/2006/main">
              <a:ext uri="{FF2B5EF4-FFF2-40B4-BE49-F238E27FC236}">
                <a16:creationId xmlns:a16="http://schemas.microsoft.com/office/drawing/2014/main" id="{10BC7534-4E61-44C7-B625-B5125DF8D902}"/>
              </a:ext>
            </a:extLst>
          </p:cNvPr>
          <p:cNvSpPr>
            <a:spLocks xmlns:a="http://schemas.openxmlformats.org/drawingml/2006/main" noGrp="1"/>
          </p:cNvSpPr>
          <p:nvPr/>
        </p:nvSpPr>
        <p:spPr>
          <a:xfrm xmlns:a="http://schemas.openxmlformats.org/drawingml/2006/main">
            <a:off x="895350" y="11049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D6872"/>
                </a:solidFill>
                <a:latin typeface="Arial"/>
                <a:ea typeface="Arial"/>
                <a:cs typeface="Arial"/>
              </a:defRPr>
            </a:defPPr>
            <a:lvl1pPr algn="l">
              <a:defRPr sz="1650" b="0">
                <a:solidFill>
                  <a:srgbClr val="5D6872"/>
                </a:solidFill>
                <a:latin typeface="Arial"/>
                <a:ea typeface="Arial"/>
                <a:cs typeface="Arial"/>
              </a:defRPr>
            </a:lvl1pPr>
            <a:lvl2pPr algn="l">
              <a:defRPr sz="1650" b="0">
                <a:solidFill>
                  <a:srgbClr val="5D6872"/>
                </a:solidFill>
                <a:latin typeface="Arial"/>
                <a:ea typeface="Arial"/>
                <a:cs typeface="Arial"/>
              </a:defRPr>
            </a:lvl2pPr>
            <a:lvl3pPr algn="l">
              <a:defRPr sz="1650" b="0">
                <a:solidFill>
                  <a:srgbClr val="5D6872"/>
                </a:solidFill>
                <a:latin typeface="Arial"/>
                <a:ea typeface="Arial"/>
                <a:cs typeface="Arial"/>
              </a:defRPr>
            </a:lvl3pPr>
            <a:lvl4pPr algn="l">
              <a:defRPr sz="1650" b="0">
                <a:solidFill>
                  <a:srgbClr val="5D6872"/>
                </a:solidFill>
                <a:latin typeface="Arial"/>
                <a:ea typeface="Arial"/>
                <a:cs typeface="Arial"/>
              </a:defRPr>
            </a:lvl4pPr>
            <a:lvl5pPr algn="l">
              <a:defRPr sz="1650" b="0">
                <a:solidFill>
                  <a:srgbClr val="5D6872"/>
                </a:solidFill>
                <a:latin typeface="Arial"/>
                <a:ea typeface="Arial"/>
                <a:cs typeface="Arial"/>
              </a:defRPr>
            </a:lvl5pPr>
            <a:lvl6pPr algn="l">
              <a:defRPr sz="1650" b="0">
                <a:solidFill>
                  <a:srgbClr val="5D6872"/>
                </a:solidFill>
                <a:latin typeface="Arial"/>
                <a:ea typeface="Arial"/>
                <a:cs typeface="Arial"/>
              </a:defRPr>
            </a:lvl6pPr>
            <a:lvl7pPr algn="l">
              <a:defRPr sz="1650" b="0">
                <a:solidFill>
                  <a:srgbClr val="5D6872"/>
                </a:solidFill>
                <a:latin typeface="Arial"/>
                <a:ea typeface="Arial"/>
                <a:cs typeface="Arial"/>
              </a:defRPr>
            </a:lvl7pPr>
            <a:lvl8pPr algn="l">
              <a:defRPr sz="1650" b="0">
                <a:solidFill>
                  <a:srgbClr val="5D6872"/>
                </a:solidFill>
                <a:latin typeface="Arial"/>
                <a:ea typeface="Arial"/>
                <a:cs typeface="Arial"/>
              </a:defRPr>
            </a:lvl8pPr>
            <a:lvl9pPr algn="l">
              <a:defRPr sz="1650" b="0">
                <a:solidFill>
                  <a:srgbClr val="5D6872"/>
                </a:solidFill>
                <a:latin typeface="Arial"/>
                <a:ea typeface="Arial"/>
                <a:cs typeface="Arial"/>
              </a:defRPr>
            </a:lvl9pPr>
          </a:lstStyle>
          <a:p xmlns:a="http://schemas.openxmlformats.org/drawingml/2006/main">
            <a:pPr algn="l">
              <a:defRPr sz="1650" b="0">
                <a:solidFill>
                  <a:srgbClr val="5D6872"/>
                </a:solidFill>
                <a:latin typeface="Arial"/>
                <a:ea typeface="Arial"/>
                <a:cs typeface="Arial"/>
              </a:defRPr>
            </a:pPr>
            <a:r>
              <a:rPr sz="1650" b="0">
                <a:solidFill>
                  <a:srgbClr val="5D6872"/>
                </a:solidFill>
                <a:latin typeface="Arial"/>
                <a:ea typeface="Arial"/>
                <a:cs typeface="Arial"/>
              </a:rPr>
              <a:t>Nur der Gateway ist von außen erreichbar.</a:t>
            </a:r>
          </a:p>
        </p:txBody>
      </p:sp>
      <p:sp>
        <p:nvSpPr>
          <p:cNvPr id="4" name="">
            <a:extLst xmlns:a="http://schemas.openxmlformats.org/drawingml/2006/main">
              <a:ext uri="{FF2B5EF4-FFF2-40B4-BE49-F238E27FC236}">
                <a16:creationId xmlns:a16="http://schemas.microsoft.com/office/drawing/2014/main" id="{8872D55F-A5D3-4066-8104-7ADBA78661FC}"/>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7E06B3AD-613B-41D3-904A-35B7E1BAC858}"/>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6" name="">
            <a:extLst xmlns:a="http://schemas.openxmlformats.org/drawingml/2006/main">
              <a:ext uri="{FF2B5EF4-FFF2-40B4-BE49-F238E27FC236}">
                <a16:creationId xmlns:a16="http://schemas.microsoft.com/office/drawing/2014/main" id="{5F3E8A20-2E82-490E-83BE-2AFC961681E4}"/>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DEECEC5-4CDE-44ED-8C3C-7B13C3D52D85}"/>
              </a:ext>
            </a:extLst>
          </p:cNvPr>
          <p:cNvSpPr>
            <a:spLocks xmlns:a="http://schemas.openxmlformats.org/drawingml/2006/main" noGrp="1"/>
          </p:cNvSpPr>
          <p:nvPr/>
        </p:nvSpPr>
        <p:spPr>
          <a:xfrm xmlns:a="http://schemas.openxmlformats.org/drawingml/2006/main">
            <a:off x="781050" y="2152650"/>
            <a:ext cx="19050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7111A6A0-6A47-4FF6-9122-DE537CC28635}"/>
              </a:ext>
            </a:extLst>
          </p:cNvPr>
          <p:cNvSpPr>
            <a:spLocks xmlns:a="http://schemas.openxmlformats.org/drawingml/2006/main" noGrp="1"/>
          </p:cNvSpPr>
          <p:nvPr/>
        </p:nvSpPr>
        <p:spPr>
          <a:xfrm xmlns:a="http://schemas.openxmlformats.org/drawingml/2006/main">
            <a:off x="933450" y="2238375"/>
            <a:ext cx="1600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02935"/>
                </a:solidFill>
                <a:latin typeface="Arial"/>
                <a:ea typeface="Arial"/>
                <a:cs typeface="Arial"/>
              </a:defRPr>
            </a:defPPr>
            <a:lvl1pPr algn="l">
              <a:defRPr sz="1650" b="0">
                <a:solidFill>
                  <a:srgbClr val="202935"/>
                </a:solidFill>
                <a:latin typeface="Arial"/>
                <a:ea typeface="Arial"/>
                <a:cs typeface="Arial"/>
              </a:defRPr>
            </a:lvl1pPr>
            <a:lvl2pPr algn="l">
              <a:defRPr sz="1650" b="0">
                <a:solidFill>
                  <a:srgbClr val="202935"/>
                </a:solidFill>
                <a:latin typeface="Arial"/>
                <a:ea typeface="Arial"/>
                <a:cs typeface="Arial"/>
              </a:defRPr>
            </a:lvl2pPr>
            <a:lvl3pPr algn="l">
              <a:defRPr sz="1650" b="0">
                <a:solidFill>
                  <a:srgbClr val="202935"/>
                </a:solidFill>
                <a:latin typeface="Arial"/>
                <a:ea typeface="Arial"/>
                <a:cs typeface="Arial"/>
              </a:defRPr>
            </a:lvl3pPr>
            <a:lvl4pPr algn="l">
              <a:defRPr sz="1650" b="0">
                <a:solidFill>
                  <a:srgbClr val="202935"/>
                </a:solidFill>
                <a:latin typeface="Arial"/>
                <a:ea typeface="Arial"/>
                <a:cs typeface="Arial"/>
              </a:defRPr>
            </a:lvl4pPr>
            <a:lvl5pPr algn="l">
              <a:defRPr sz="1650" b="0">
                <a:solidFill>
                  <a:srgbClr val="202935"/>
                </a:solidFill>
                <a:latin typeface="Arial"/>
                <a:ea typeface="Arial"/>
                <a:cs typeface="Arial"/>
              </a:defRPr>
            </a:lvl5pPr>
            <a:lvl6pPr algn="l">
              <a:defRPr sz="1650" b="0">
                <a:solidFill>
                  <a:srgbClr val="202935"/>
                </a:solidFill>
                <a:latin typeface="Arial"/>
                <a:ea typeface="Arial"/>
                <a:cs typeface="Arial"/>
              </a:defRPr>
            </a:lvl6pPr>
            <a:lvl7pPr algn="l">
              <a:defRPr sz="1650" b="0">
                <a:solidFill>
                  <a:srgbClr val="202935"/>
                </a:solidFill>
                <a:latin typeface="Arial"/>
                <a:ea typeface="Arial"/>
                <a:cs typeface="Arial"/>
              </a:defRPr>
            </a:lvl7pPr>
            <a:lvl8pPr algn="l">
              <a:defRPr sz="1650" b="0">
                <a:solidFill>
                  <a:srgbClr val="202935"/>
                </a:solidFill>
                <a:latin typeface="Arial"/>
                <a:ea typeface="Arial"/>
                <a:cs typeface="Arial"/>
              </a:defRPr>
            </a:lvl8pPr>
            <a:lvl9pPr algn="l">
              <a:defRPr sz="1650" b="0">
                <a:solidFill>
                  <a:srgbClr val="202935"/>
                </a:solidFill>
                <a:latin typeface="Arial"/>
                <a:ea typeface="Arial"/>
                <a:cs typeface="Arial"/>
              </a:defRPr>
            </a:lvl9pPr>
          </a:lstStyle>
          <a:p xmlns:a="http://schemas.openxmlformats.org/drawingml/2006/main">
            <a:pPr algn="l">
              <a:defRPr sz="1650" b="0">
                <a:solidFill>
                  <a:srgbClr val="202935"/>
                </a:solidFill>
                <a:latin typeface="Arial"/>
                <a:ea typeface="Arial"/>
                <a:cs typeface="Arial"/>
              </a:defRPr>
            </a:pPr>
            <a:r>
              <a:rPr sz="1650" b="0">
                <a:solidFill>
                  <a:srgbClr val="202935"/>
                </a:solidFill>
                <a:latin typeface="Arial"/>
                <a:ea typeface="Arial"/>
                <a:cs typeface="Arial"/>
              </a:rPr>
              <a:t>Client / Postman</a:t>
            </a:r>
          </a:p>
        </p:txBody>
      </p:sp>
      <p:sp>
        <p:nvSpPr>
          <p:cNvPr id="9" name="">
            <a:extLst xmlns:a="http://schemas.openxmlformats.org/drawingml/2006/main">
              <a:ext uri="{FF2B5EF4-FFF2-40B4-BE49-F238E27FC236}">
                <a16:creationId xmlns:a16="http://schemas.microsoft.com/office/drawing/2014/main" id="{F72409C3-E718-4AEB-8E85-B1791E94A5DE}"/>
              </a:ext>
            </a:extLst>
          </p:cNvPr>
          <p:cNvSpPr>
            <a:spLocks xmlns:a="http://schemas.openxmlformats.org/drawingml/2006/main" noGrp="1"/>
          </p:cNvSpPr>
          <p:nvPr/>
        </p:nvSpPr>
        <p:spPr>
          <a:xfrm xmlns:a="http://schemas.openxmlformats.org/drawingml/2006/main">
            <a:off x="3267075" y="2152650"/>
            <a:ext cx="2190750" cy="819150"/>
          </a:xfrm>
          <a:prstGeom xmlns:a="http://schemas.openxmlformats.org/drawingml/2006/main" prst="rect">
            <a:avLst/>
          </a:prstGeom>
          <a:solidFill xmlns:a="http://schemas.openxmlformats.org/drawingml/2006/main">
            <a:srgbClr val="F4E6DA"/>
          </a:solidFill>
          <a:ln xmlns:a="http://schemas.openxmlformats.org/drawingml/2006/main" w="9525">
            <a:solidFill>
              <a:srgbClr val="C55A2B"/>
            </a:solidFill>
            <a:prstDash val="solid"/>
          </a:ln>
        </p:spPr>
      </p:sp>
      <p:sp>
        <p:nvSpPr>
          <p:cNvPr id="10" name="">
            <a:extLst xmlns:a="http://schemas.openxmlformats.org/drawingml/2006/main">
              <a:ext uri="{FF2B5EF4-FFF2-40B4-BE49-F238E27FC236}">
                <a16:creationId xmlns:a16="http://schemas.microsoft.com/office/drawing/2014/main" id="{FDC51474-BEC2-4093-8605-D7F373FDAF25}"/>
              </a:ext>
            </a:extLst>
          </p:cNvPr>
          <p:cNvSpPr>
            <a:spLocks xmlns:a="http://schemas.openxmlformats.org/drawingml/2006/main" noGrp="1"/>
          </p:cNvSpPr>
          <p:nvPr/>
        </p:nvSpPr>
        <p:spPr>
          <a:xfrm xmlns:a="http://schemas.openxmlformats.org/drawingml/2006/main">
            <a:off x="3419475" y="2238375"/>
            <a:ext cx="1885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edge-gateway :8080</a:t>
            </a:r>
          </a:p>
        </p:txBody>
      </p:sp>
      <p:sp>
        <p:nvSpPr>
          <p:cNvPr id="11" name="">
            <a:extLst xmlns:a="http://schemas.openxmlformats.org/drawingml/2006/main">
              <a:ext uri="{FF2B5EF4-FFF2-40B4-BE49-F238E27FC236}">
                <a16:creationId xmlns:a16="http://schemas.microsoft.com/office/drawing/2014/main" id="{5A0A63C1-EB8E-40AE-8212-231C03F668B0}"/>
              </a:ext>
            </a:extLst>
          </p:cNvPr>
          <p:cNvSpPr>
            <a:spLocks xmlns:a="http://schemas.openxmlformats.org/drawingml/2006/main" noGrp="1"/>
          </p:cNvSpPr>
          <p:nvPr/>
        </p:nvSpPr>
        <p:spPr>
          <a:xfrm xmlns:a="http://schemas.openxmlformats.org/drawingml/2006/main">
            <a:off x="6010275" y="2152650"/>
            <a:ext cx="2476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2" name="">
            <a:extLst xmlns:a="http://schemas.openxmlformats.org/drawingml/2006/main">
              <a:ext uri="{FF2B5EF4-FFF2-40B4-BE49-F238E27FC236}">
                <a16:creationId xmlns:a16="http://schemas.microsoft.com/office/drawing/2014/main" id="{0288B211-8DBC-40CB-BBEC-BB12AB6B3108}"/>
              </a:ext>
            </a:extLst>
          </p:cNvPr>
          <p:cNvSpPr>
            <a:spLocks xmlns:a="http://schemas.openxmlformats.org/drawingml/2006/main" noGrp="1"/>
          </p:cNvSpPr>
          <p:nvPr/>
        </p:nvSpPr>
        <p:spPr>
          <a:xfrm xmlns:a="http://schemas.openxmlformats.org/drawingml/2006/main">
            <a:off x="6162675" y="2238375"/>
            <a:ext cx="2171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archive-service :8081</a:t>
            </a:r>
          </a:p>
        </p:txBody>
      </p:sp>
      <p:sp>
        <p:nvSpPr>
          <p:cNvPr id="13" name="">
            <a:extLst xmlns:a="http://schemas.openxmlformats.org/drawingml/2006/main">
              <a:ext uri="{FF2B5EF4-FFF2-40B4-BE49-F238E27FC236}">
                <a16:creationId xmlns:a16="http://schemas.microsoft.com/office/drawing/2014/main" id="{AD759F19-BA7D-4BEE-8585-8B3407D71873}"/>
              </a:ext>
            </a:extLst>
          </p:cNvPr>
          <p:cNvSpPr>
            <a:spLocks xmlns:a="http://schemas.openxmlformats.org/drawingml/2006/main" noGrp="1"/>
          </p:cNvSpPr>
          <p:nvPr/>
        </p:nvSpPr>
        <p:spPr>
          <a:xfrm xmlns:a="http://schemas.openxmlformats.org/drawingml/2006/main">
            <a:off x="9039225" y="2152650"/>
            <a:ext cx="22479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EA14AB1F-5552-4960-9ACD-EC355F89AB64}"/>
              </a:ext>
            </a:extLst>
          </p:cNvPr>
          <p:cNvSpPr>
            <a:spLocks xmlns:a="http://schemas.openxmlformats.org/drawingml/2006/main" noGrp="1"/>
          </p:cNvSpPr>
          <p:nvPr/>
        </p:nvSpPr>
        <p:spPr>
          <a:xfrm xmlns:a="http://schemas.openxmlformats.org/drawingml/2006/main">
            <a:off x="9191625" y="2238375"/>
            <a:ext cx="1943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MariaDB</a:t>
            </a:r>
          </a:p>
        </p:txBody>
      </p:sp>
      <p:sp>
        <p:nvSpPr>
          <p:cNvPr id="15" name="">
            <a:extLst xmlns:a="http://schemas.openxmlformats.org/drawingml/2006/main">
              <a:ext uri="{FF2B5EF4-FFF2-40B4-BE49-F238E27FC236}">
                <a16:creationId xmlns:a16="http://schemas.microsoft.com/office/drawing/2014/main" id="{EE248504-CDD6-4D87-AB3C-3E766C36423C}"/>
              </a:ext>
            </a:extLst>
          </p:cNvPr>
          <p:cNvSpPr>
            <a:spLocks xmlns:a="http://schemas.openxmlformats.org/drawingml/2006/main" noGrp="1"/>
          </p:cNvSpPr>
          <p:nvPr/>
        </p:nvSpPr>
        <p:spPr>
          <a:xfrm xmlns:a="http://schemas.openxmlformats.org/drawingml/2006/main">
            <a:off x="2686050" y="2562225"/>
            <a:ext cx="504825" cy="0"/>
          </a:xfrm>
          <a:prstGeom xmlns:a="http://schemas.openxmlformats.org/drawingml/2006/main" prst="line">
            <a:avLst/>
          </a:prstGeom>
          <a:noFill xmlns:a="http://schemas.openxmlformats.org/drawingml/2006/main"/>
          <a:ln xmlns:a="http://schemas.openxmlformats.org/drawingml/2006/main" w="19050">
            <a:solidFill>
              <a:srgbClr val="202935"/>
            </a:solidFill>
            <a:prstDash val="solid"/>
          </a:ln>
        </p:spPr>
      </p:sp>
      <p:sp>
        <p:nvSpPr>
          <p:cNvPr id="16" name="">
            <a:extLst xmlns:a="http://schemas.openxmlformats.org/drawingml/2006/main">
              <a:ext uri="{FF2B5EF4-FFF2-40B4-BE49-F238E27FC236}">
                <a16:creationId xmlns:a16="http://schemas.microsoft.com/office/drawing/2014/main" id="{01311753-3F98-4F57-BF91-CF79BB69DBC3}"/>
              </a:ext>
            </a:extLst>
          </p:cNvPr>
          <p:cNvSpPr>
            <a:spLocks xmlns:a="http://schemas.openxmlformats.org/drawingml/2006/main" noGrp="1"/>
          </p:cNvSpPr>
          <p:nvPr/>
        </p:nvSpPr>
        <p:spPr>
          <a:xfrm xmlns:a="http://schemas.openxmlformats.org/drawingml/2006/main">
            <a:off x="5457825" y="2562225"/>
            <a:ext cx="476250" cy="0"/>
          </a:xfrm>
          <a:prstGeom xmlns:a="http://schemas.openxmlformats.org/drawingml/2006/main" prst="line">
            <a:avLst/>
          </a:prstGeom>
          <a:noFill xmlns:a="http://schemas.openxmlformats.org/drawingml/2006/main"/>
          <a:ln xmlns:a="http://schemas.openxmlformats.org/drawingml/2006/main" w="19050">
            <a:solidFill>
              <a:srgbClr val="202935"/>
            </a:solidFill>
            <a:prstDash val="solid"/>
          </a:ln>
        </p:spPr>
      </p:sp>
      <p:sp>
        <p:nvSpPr>
          <p:cNvPr id="17" name="">
            <a:extLst xmlns:a="http://schemas.openxmlformats.org/drawingml/2006/main">
              <a:ext uri="{FF2B5EF4-FFF2-40B4-BE49-F238E27FC236}">
                <a16:creationId xmlns:a16="http://schemas.microsoft.com/office/drawing/2014/main" id="{35FE8B49-1358-4390-BB28-4FCC1200AC7C}"/>
              </a:ext>
            </a:extLst>
          </p:cNvPr>
          <p:cNvSpPr>
            <a:spLocks xmlns:a="http://schemas.openxmlformats.org/drawingml/2006/main" noGrp="1"/>
          </p:cNvSpPr>
          <p:nvPr/>
        </p:nvSpPr>
        <p:spPr>
          <a:xfrm xmlns:a="http://schemas.openxmlformats.org/drawingml/2006/main">
            <a:off x="8486775" y="2562225"/>
            <a:ext cx="476250" cy="0"/>
          </a:xfrm>
          <a:prstGeom xmlns:a="http://schemas.openxmlformats.org/drawingml/2006/main" prst="line">
            <a:avLst/>
          </a:prstGeom>
          <a:noFill xmlns:a="http://schemas.openxmlformats.org/drawingml/2006/main"/>
          <a:ln xmlns:a="http://schemas.openxmlformats.org/drawingml/2006/main" w="19050">
            <a:solidFill>
              <a:srgbClr val="202935"/>
            </a:solidFill>
            <a:prstDash val="solid"/>
          </a:ln>
        </p:spPr>
      </p:sp>
      <p:sp>
        <p:nvSpPr>
          <p:cNvPr id="18" name="">
            <a:extLst xmlns:a="http://schemas.openxmlformats.org/drawingml/2006/main">
              <a:ext uri="{FF2B5EF4-FFF2-40B4-BE49-F238E27FC236}">
                <a16:creationId xmlns:a16="http://schemas.microsoft.com/office/drawing/2014/main" id="{EF7E3A2F-B748-4A12-B5BD-DAB9A6DC5FC7}"/>
              </a:ext>
            </a:extLst>
          </p:cNvPr>
          <p:cNvSpPr>
            <a:spLocks xmlns:a="http://schemas.openxmlformats.org/drawingml/2006/main" noGrp="1"/>
          </p:cNvSpPr>
          <p:nvPr/>
        </p:nvSpPr>
        <p:spPr>
          <a:xfrm xmlns:a="http://schemas.openxmlformats.org/drawingml/2006/main">
            <a:off x="781050" y="323850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Zwei Tabellen; organizationUuid verbindet Benutzer und Dokumente logisch.</a:t>
            </a:r>
          </a:p>
        </p:txBody>
      </p:sp>
      <p:sp>
        <p:nvSpPr>
          <p:cNvPr id="19" name="">
            <a:extLst xmlns:a="http://schemas.openxmlformats.org/drawingml/2006/main">
              <a:ext uri="{FF2B5EF4-FFF2-40B4-BE49-F238E27FC236}">
                <a16:creationId xmlns:a16="http://schemas.microsoft.com/office/drawing/2014/main" id="{66D8001E-449B-4F4E-B86D-86F65A4FFC54}"/>
              </a:ext>
            </a:extLst>
          </p:cNvPr>
          <p:cNvSpPr>
            <a:spLocks xmlns:a="http://schemas.openxmlformats.org/drawingml/2006/main" noGrp="1"/>
          </p:cNvSpPr>
          <p:nvPr/>
        </p:nvSpPr>
        <p:spPr>
          <a:xfrm xmlns:a="http://schemas.openxmlformats.org/drawingml/2006/main">
            <a:off x="781050" y="3905250"/>
            <a:ext cx="3267075"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20" name="">
            <a:extLst xmlns:a="http://schemas.openxmlformats.org/drawingml/2006/main">
              <a:ext uri="{FF2B5EF4-FFF2-40B4-BE49-F238E27FC236}">
                <a16:creationId xmlns:a16="http://schemas.microsoft.com/office/drawing/2014/main" id="{508F1949-E1E2-4BA9-8F5D-BCFA21D537AD}"/>
              </a:ext>
            </a:extLst>
          </p:cNvPr>
          <p:cNvSpPr>
            <a:spLocks xmlns:a="http://schemas.openxmlformats.org/drawingml/2006/main" noGrp="1"/>
          </p:cNvSpPr>
          <p:nvPr/>
        </p:nvSpPr>
        <p:spPr>
          <a:xfrm xmlns:a="http://schemas.openxmlformats.org/drawingml/2006/main">
            <a:off x="781050" y="3905250"/>
            <a:ext cx="3267075" cy="428625"/>
          </a:xfrm>
          <a:prstGeom xmlns:a="http://schemas.openxmlformats.org/drawingml/2006/main" prst="rect">
            <a:avLst/>
          </a:prstGeom>
          <a:solidFill xmlns:a="http://schemas.openxmlformats.org/drawingml/2006/main">
            <a:srgbClr val="F4E6DA"/>
          </a:solidFill>
          <a:ln xmlns:a="http://schemas.openxmlformats.org/drawingml/2006/main" w="9525">
            <a:solidFill>
              <a:srgbClr val="C55A2B"/>
            </a:solidFill>
            <a:prstDash val="solid"/>
          </a:ln>
        </p:spPr>
      </p:sp>
      <p:sp>
        <p:nvSpPr>
          <p:cNvPr id="21" name="">
            <a:extLst xmlns:a="http://schemas.openxmlformats.org/drawingml/2006/main">
              <a:ext uri="{FF2B5EF4-FFF2-40B4-BE49-F238E27FC236}">
                <a16:creationId xmlns:a16="http://schemas.microsoft.com/office/drawing/2014/main" id="{BCF27250-8C95-4ECB-8A14-A05BE57E45AB}"/>
              </a:ext>
            </a:extLst>
          </p:cNvPr>
          <p:cNvSpPr>
            <a:spLocks xmlns:a="http://schemas.openxmlformats.org/drawingml/2006/main" noGrp="1"/>
          </p:cNvSpPr>
          <p:nvPr/>
        </p:nvSpPr>
        <p:spPr>
          <a:xfrm xmlns:a="http://schemas.openxmlformats.org/drawingml/2006/main">
            <a:off x="933450" y="3952875"/>
            <a:ext cx="29241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app_user</a:t>
            </a:r>
          </a:p>
        </p:txBody>
      </p:sp>
      <p:sp>
        <p:nvSpPr>
          <p:cNvPr id="22" name="">
            <a:extLst xmlns:a="http://schemas.openxmlformats.org/drawingml/2006/main">
              <a:ext uri="{FF2B5EF4-FFF2-40B4-BE49-F238E27FC236}">
                <a16:creationId xmlns:a16="http://schemas.microsoft.com/office/drawing/2014/main" id="{277ADA1D-BDA9-4EAB-B7C4-7D7ADA2D9494}"/>
              </a:ext>
            </a:extLst>
          </p:cNvPr>
          <p:cNvSpPr>
            <a:spLocks xmlns:a="http://schemas.openxmlformats.org/drawingml/2006/main" noGrp="1"/>
          </p:cNvSpPr>
          <p:nvPr/>
        </p:nvSpPr>
        <p:spPr>
          <a:xfrm xmlns:a="http://schemas.openxmlformats.org/drawingml/2006/main">
            <a:off x="933450" y="4438650"/>
            <a:ext cx="29241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username · password_hash</a:t>
            </a:r>
          </a:p>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role · organization_uuid</a:t>
            </a:r>
          </a:p>
        </p:txBody>
      </p:sp>
      <p:sp>
        <p:nvSpPr>
          <p:cNvPr id="23" name="">
            <a:extLst xmlns:a="http://schemas.openxmlformats.org/drawingml/2006/main">
              <a:ext uri="{FF2B5EF4-FFF2-40B4-BE49-F238E27FC236}">
                <a16:creationId xmlns:a16="http://schemas.microsoft.com/office/drawing/2014/main" id="{AB1BCDE3-0D6D-4237-BF50-5D6EAF13FEF7}"/>
              </a:ext>
            </a:extLst>
          </p:cNvPr>
          <p:cNvSpPr>
            <a:spLocks xmlns:a="http://schemas.openxmlformats.org/drawingml/2006/main" noGrp="1"/>
          </p:cNvSpPr>
          <p:nvPr/>
        </p:nvSpPr>
        <p:spPr>
          <a:xfrm xmlns:a="http://schemas.openxmlformats.org/drawingml/2006/main">
            <a:off x="4438650" y="3905250"/>
            <a:ext cx="3267075"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24" name="">
            <a:extLst xmlns:a="http://schemas.openxmlformats.org/drawingml/2006/main">
              <a:ext uri="{FF2B5EF4-FFF2-40B4-BE49-F238E27FC236}">
                <a16:creationId xmlns:a16="http://schemas.microsoft.com/office/drawing/2014/main" id="{2D4DE012-93B2-4DF5-B1AD-8DD8652BEA18}"/>
              </a:ext>
            </a:extLst>
          </p:cNvPr>
          <p:cNvSpPr>
            <a:spLocks xmlns:a="http://schemas.openxmlformats.org/drawingml/2006/main" noGrp="1"/>
          </p:cNvSpPr>
          <p:nvPr/>
        </p:nvSpPr>
        <p:spPr>
          <a:xfrm xmlns:a="http://schemas.openxmlformats.org/drawingml/2006/main">
            <a:off x="4438650" y="3905250"/>
            <a:ext cx="3267075" cy="428625"/>
          </a:xfrm>
          <a:prstGeom xmlns:a="http://schemas.openxmlformats.org/drawingml/2006/main" prst="rect">
            <a:avLst/>
          </a:prstGeom>
          <a:solidFill xmlns:a="http://schemas.openxmlformats.org/drawingml/2006/main">
            <a:srgbClr val="EEEAE3"/>
          </a:solidFill>
          <a:ln xmlns:a="http://schemas.openxmlformats.org/drawingml/2006/main" w="9525">
            <a:solidFill>
              <a:srgbClr val="D6D4CD"/>
            </a:solidFill>
            <a:prstDash val="solid"/>
          </a:ln>
        </p:spPr>
      </p:sp>
      <p:sp>
        <p:nvSpPr>
          <p:cNvPr id="25" name="">
            <a:extLst xmlns:a="http://schemas.openxmlformats.org/drawingml/2006/main">
              <a:ext uri="{FF2B5EF4-FFF2-40B4-BE49-F238E27FC236}">
                <a16:creationId xmlns:a16="http://schemas.microsoft.com/office/drawing/2014/main" id="{D4E85E20-4F31-442A-8EB5-136ABCADA93D}"/>
              </a:ext>
            </a:extLst>
          </p:cNvPr>
          <p:cNvSpPr>
            <a:spLocks xmlns:a="http://schemas.openxmlformats.org/drawingml/2006/main" noGrp="1"/>
          </p:cNvSpPr>
          <p:nvPr/>
        </p:nvSpPr>
        <p:spPr>
          <a:xfrm xmlns:a="http://schemas.openxmlformats.org/drawingml/2006/main">
            <a:off x="4591050" y="3952875"/>
            <a:ext cx="29241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organizationUuid</a:t>
            </a:r>
          </a:p>
        </p:txBody>
      </p:sp>
      <p:sp>
        <p:nvSpPr>
          <p:cNvPr id="26" name="">
            <a:extLst xmlns:a="http://schemas.openxmlformats.org/drawingml/2006/main">
              <a:ext uri="{FF2B5EF4-FFF2-40B4-BE49-F238E27FC236}">
                <a16:creationId xmlns:a16="http://schemas.microsoft.com/office/drawing/2014/main" id="{C288D506-51E3-413C-944C-7947B4C50836}"/>
              </a:ext>
            </a:extLst>
          </p:cNvPr>
          <p:cNvSpPr>
            <a:spLocks xmlns:a="http://schemas.openxmlformats.org/drawingml/2006/main" noGrp="1"/>
          </p:cNvSpPr>
          <p:nvPr/>
        </p:nvSpPr>
        <p:spPr>
          <a:xfrm xmlns:a="http://schemas.openxmlformats.org/drawingml/2006/main">
            <a:off x="4591050" y="4438650"/>
            <a:ext cx="29241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UUID je Organisation</a:t>
            </a:r>
          </a:p>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Bei Signup vergeben</a:t>
            </a:r>
          </a:p>
        </p:txBody>
      </p:sp>
      <p:sp>
        <p:nvSpPr>
          <p:cNvPr id="27" name="">
            <a:extLst xmlns:a="http://schemas.openxmlformats.org/drawingml/2006/main">
              <a:ext uri="{FF2B5EF4-FFF2-40B4-BE49-F238E27FC236}">
                <a16:creationId xmlns:a16="http://schemas.microsoft.com/office/drawing/2014/main" id="{15981BF9-8D1C-4AB8-985D-28DE9A775E3A}"/>
              </a:ext>
            </a:extLst>
          </p:cNvPr>
          <p:cNvSpPr>
            <a:spLocks xmlns:a="http://schemas.openxmlformats.org/drawingml/2006/main" noGrp="1"/>
          </p:cNvSpPr>
          <p:nvPr/>
        </p:nvSpPr>
        <p:spPr>
          <a:xfrm xmlns:a="http://schemas.openxmlformats.org/drawingml/2006/main">
            <a:off x="8096250" y="3905250"/>
            <a:ext cx="3267075"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28" name="">
            <a:extLst xmlns:a="http://schemas.openxmlformats.org/drawingml/2006/main">
              <a:ext uri="{FF2B5EF4-FFF2-40B4-BE49-F238E27FC236}">
                <a16:creationId xmlns:a16="http://schemas.microsoft.com/office/drawing/2014/main" id="{6ADB6658-1E5B-41E8-ACEF-0C2144270D72}"/>
              </a:ext>
            </a:extLst>
          </p:cNvPr>
          <p:cNvSpPr>
            <a:spLocks xmlns:a="http://schemas.openxmlformats.org/drawingml/2006/main" noGrp="1"/>
          </p:cNvSpPr>
          <p:nvPr/>
        </p:nvSpPr>
        <p:spPr>
          <a:xfrm xmlns:a="http://schemas.openxmlformats.org/drawingml/2006/main">
            <a:off x="8096250" y="3905250"/>
            <a:ext cx="3267075" cy="428625"/>
          </a:xfrm>
          <a:prstGeom xmlns:a="http://schemas.openxmlformats.org/drawingml/2006/main" prst="rect">
            <a:avLst/>
          </a:prstGeom>
          <a:solidFill xmlns:a="http://schemas.openxmlformats.org/drawingml/2006/main">
            <a:srgbClr val="EEEAE3"/>
          </a:solidFill>
          <a:ln xmlns:a="http://schemas.openxmlformats.org/drawingml/2006/main" w="9525">
            <a:solidFill>
              <a:srgbClr val="D6D4CD"/>
            </a:solidFill>
            <a:prstDash val="solid"/>
          </a:ln>
        </p:spPr>
      </p:sp>
      <p:sp>
        <p:nvSpPr>
          <p:cNvPr id="29" name="">
            <a:extLst xmlns:a="http://schemas.openxmlformats.org/drawingml/2006/main">
              <a:ext uri="{FF2B5EF4-FFF2-40B4-BE49-F238E27FC236}">
                <a16:creationId xmlns:a16="http://schemas.microsoft.com/office/drawing/2014/main" id="{85850929-4162-4F75-A907-2D7BE1122F63}"/>
              </a:ext>
            </a:extLst>
          </p:cNvPr>
          <p:cNvSpPr>
            <a:spLocks xmlns:a="http://schemas.openxmlformats.org/drawingml/2006/main" noGrp="1"/>
          </p:cNvSpPr>
          <p:nvPr/>
        </p:nvSpPr>
        <p:spPr>
          <a:xfrm xmlns:a="http://schemas.openxmlformats.org/drawingml/2006/main">
            <a:off x="8248650" y="3952875"/>
            <a:ext cx="29241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document</a:t>
            </a:r>
          </a:p>
        </p:txBody>
      </p:sp>
      <p:sp>
        <p:nvSpPr>
          <p:cNvPr id="30" name="">
            <a:extLst xmlns:a="http://schemas.openxmlformats.org/drawingml/2006/main">
              <a:ext uri="{FF2B5EF4-FFF2-40B4-BE49-F238E27FC236}">
                <a16:creationId xmlns:a16="http://schemas.microsoft.com/office/drawing/2014/main" id="{2B62659A-8E8B-41DC-9951-75B0D2927994}"/>
              </a:ext>
            </a:extLst>
          </p:cNvPr>
          <p:cNvSpPr>
            <a:spLocks xmlns:a="http://schemas.openxmlformats.org/drawingml/2006/main" noGrp="1"/>
          </p:cNvSpPr>
          <p:nvPr/>
        </p:nvSpPr>
        <p:spPr>
          <a:xfrm xmlns:a="http://schemas.openxmlformats.org/drawingml/2006/main">
            <a:off x="8248650" y="4438650"/>
            <a:ext cx="29241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id · title · content</a:t>
            </a:r>
          </a:p>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metadata.organizationUuid</a:t>
            </a:r>
          </a:p>
        </p:txBody>
      </p:sp>
    </p:spTree>
    <p:extLst>
      <p:ext uri="{BB962C8B-B14F-4D97-AF65-F5344CB8AC3E}">
        <p14:creationId xmlns:p14="http://schemas.microsoft.com/office/powerpoint/2010/main" val="41743235"/>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364AC07-A049-494F-9A7D-0867982090A0}"/>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AF67A73F-AF4C-4B0E-8437-C0DD417C5E17}"/>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Endpunkte und beabsichtigter Zugriff</a:t>
            </a:r>
          </a:p>
        </p:txBody>
      </p:sp>
      <p:sp>
        <p:nvSpPr>
          <p:cNvPr id="3" name="">
            <a:extLst xmlns:a="http://schemas.openxmlformats.org/drawingml/2006/main">
              <a:ext uri="{FF2B5EF4-FFF2-40B4-BE49-F238E27FC236}">
                <a16:creationId xmlns:a16="http://schemas.microsoft.com/office/drawing/2014/main" id="{2EB8ED58-053D-4DFC-B565-C8CFB1EFC2BC}"/>
              </a:ext>
            </a:extLst>
          </p:cNvPr>
          <p:cNvSpPr>
            <a:spLocks xmlns:a="http://schemas.openxmlformats.org/drawingml/2006/main" noGrp="1"/>
          </p:cNvSpPr>
          <p:nvPr/>
        </p:nvSpPr>
        <p:spPr>
          <a:xfrm xmlns:a="http://schemas.openxmlformats.org/drawingml/2006/main">
            <a:off x="895350" y="11049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D6872"/>
                </a:solidFill>
                <a:latin typeface="Arial"/>
                <a:ea typeface="Arial"/>
                <a:cs typeface="Arial"/>
              </a:defRPr>
            </a:defPPr>
            <a:lvl1pPr algn="l">
              <a:defRPr sz="1650" b="0">
                <a:solidFill>
                  <a:srgbClr val="5D6872"/>
                </a:solidFill>
                <a:latin typeface="Arial"/>
                <a:ea typeface="Arial"/>
                <a:cs typeface="Arial"/>
              </a:defRPr>
            </a:lvl1pPr>
            <a:lvl2pPr algn="l">
              <a:defRPr sz="1650" b="0">
                <a:solidFill>
                  <a:srgbClr val="5D6872"/>
                </a:solidFill>
                <a:latin typeface="Arial"/>
                <a:ea typeface="Arial"/>
                <a:cs typeface="Arial"/>
              </a:defRPr>
            </a:lvl2pPr>
            <a:lvl3pPr algn="l">
              <a:defRPr sz="1650" b="0">
                <a:solidFill>
                  <a:srgbClr val="5D6872"/>
                </a:solidFill>
                <a:latin typeface="Arial"/>
                <a:ea typeface="Arial"/>
                <a:cs typeface="Arial"/>
              </a:defRPr>
            </a:lvl3pPr>
            <a:lvl4pPr algn="l">
              <a:defRPr sz="1650" b="0">
                <a:solidFill>
                  <a:srgbClr val="5D6872"/>
                </a:solidFill>
                <a:latin typeface="Arial"/>
                <a:ea typeface="Arial"/>
                <a:cs typeface="Arial"/>
              </a:defRPr>
            </a:lvl4pPr>
            <a:lvl5pPr algn="l">
              <a:defRPr sz="1650" b="0">
                <a:solidFill>
                  <a:srgbClr val="5D6872"/>
                </a:solidFill>
                <a:latin typeface="Arial"/>
                <a:ea typeface="Arial"/>
                <a:cs typeface="Arial"/>
              </a:defRPr>
            </a:lvl5pPr>
            <a:lvl6pPr algn="l">
              <a:defRPr sz="1650" b="0">
                <a:solidFill>
                  <a:srgbClr val="5D6872"/>
                </a:solidFill>
                <a:latin typeface="Arial"/>
                <a:ea typeface="Arial"/>
                <a:cs typeface="Arial"/>
              </a:defRPr>
            </a:lvl6pPr>
            <a:lvl7pPr algn="l">
              <a:defRPr sz="1650" b="0">
                <a:solidFill>
                  <a:srgbClr val="5D6872"/>
                </a:solidFill>
                <a:latin typeface="Arial"/>
                <a:ea typeface="Arial"/>
                <a:cs typeface="Arial"/>
              </a:defRPr>
            </a:lvl7pPr>
            <a:lvl8pPr algn="l">
              <a:defRPr sz="1650" b="0">
                <a:solidFill>
                  <a:srgbClr val="5D6872"/>
                </a:solidFill>
                <a:latin typeface="Arial"/>
                <a:ea typeface="Arial"/>
                <a:cs typeface="Arial"/>
              </a:defRPr>
            </a:lvl8pPr>
            <a:lvl9pPr algn="l">
              <a:defRPr sz="1650" b="0">
                <a:solidFill>
                  <a:srgbClr val="5D6872"/>
                </a:solidFill>
                <a:latin typeface="Arial"/>
                <a:ea typeface="Arial"/>
                <a:cs typeface="Arial"/>
              </a:defRPr>
            </a:lvl9pPr>
          </a:lstStyle>
          <a:p xmlns:a="http://schemas.openxmlformats.org/drawingml/2006/main">
            <a:pPr algn="l">
              <a:defRPr sz="1650" b="0">
                <a:solidFill>
                  <a:srgbClr val="5D6872"/>
                </a:solidFill>
                <a:latin typeface="Arial"/>
                <a:ea typeface="Arial"/>
                <a:cs typeface="Arial"/>
              </a:defRPr>
            </a:pPr>
            <a:r>
              <a:rPr sz="1650" b="0">
                <a:solidFill>
                  <a:srgbClr val="5D6872"/>
                </a:solidFill>
                <a:latin typeface="Arial"/>
                <a:ea typeface="Arial"/>
                <a:cs typeface="Arial"/>
              </a:rPr>
              <a:t>Der öffentliche Index unter GET / dient hier nur der Vorführung.</a:t>
            </a:r>
          </a:p>
        </p:txBody>
      </p:sp>
      <p:sp>
        <p:nvSpPr>
          <p:cNvPr id="4" name="">
            <a:extLst xmlns:a="http://schemas.openxmlformats.org/drawingml/2006/main">
              <a:ext uri="{FF2B5EF4-FFF2-40B4-BE49-F238E27FC236}">
                <a16:creationId xmlns:a16="http://schemas.microsoft.com/office/drawing/2014/main" id="{2C8C08E9-5380-48DC-9CA7-994A223EF0B3}"/>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90B7BB21-3F27-402E-AA2C-8C3D06E26D88}"/>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6" name="">
            <a:extLst xmlns:a="http://schemas.openxmlformats.org/drawingml/2006/main">
              <a:ext uri="{FF2B5EF4-FFF2-40B4-BE49-F238E27FC236}">
                <a16:creationId xmlns:a16="http://schemas.microsoft.com/office/drawing/2014/main" id="{A90A88B1-5AD8-4D19-9721-A7A2B6F94830}"/>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5D9FB08E-0F77-40B6-A655-12312A9389C8}"/>
              </a:ext>
            </a:extLst>
          </p:cNvPr>
          <p:cNvSpPr>
            <a:spLocks xmlns:a="http://schemas.openxmlformats.org/drawingml/2006/main" noGrp="1"/>
          </p:cNvSpPr>
          <p:nvPr/>
        </p:nvSpPr>
        <p:spPr>
          <a:xfrm xmlns:a="http://schemas.openxmlformats.org/drawingml/2006/main">
            <a:off x="876300" y="1695450"/>
            <a:ext cx="449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55A2B"/>
                </a:solidFill>
                <a:latin typeface="Arial"/>
                <a:ea typeface="Arial"/>
                <a:cs typeface="Arial"/>
              </a:defRPr>
            </a:defPPr>
            <a:lvl1pPr algn="l">
              <a:defRPr sz="1200" b="1">
                <a:solidFill>
                  <a:srgbClr val="C55A2B"/>
                </a:solidFill>
                <a:latin typeface="Arial"/>
                <a:ea typeface="Arial"/>
                <a:cs typeface="Arial"/>
              </a:defRPr>
            </a:lvl1pPr>
            <a:lvl2pPr algn="l">
              <a:defRPr sz="1200" b="1">
                <a:solidFill>
                  <a:srgbClr val="C55A2B"/>
                </a:solidFill>
                <a:latin typeface="Arial"/>
                <a:ea typeface="Arial"/>
                <a:cs typeface="Arial"/>
              </a:defRPr>
            </a:lvl2pPr>
            <a:lvl3pPr algn="l">
              <a:defRPr sz="1200" b="1">
                <a:solidFill>
                  <a:srgbClr val="C55A2B"/>
                </a:solidFill>
                <a:latin typeface="Arial"/>
                <a:ea typeface="Arial"/>
                <a:cs typeface="Arial"/>
              </a:defRPr>
            </a:lvl3pPr>
            <a:lvl4pPr algn="l">
              <a:defRPr sz="1200" b="1">
                <a:solidFill>
                  <a:srgbClr val="C55A2B"/>
                </a:solidFill>
                <a:latin typeface="Arial"/>
                <a:ea typeface="Arial"/>
                <a:cs typeface="Arial"/>
              </a:defRPr>
            </a:lvl4pPr>
            <a:lvl5pPr algn="l">
              <a:defRPr sz="1200" b="1">
                <a:solidFill>
                  <a:srgbClr val="C55A2B"/>
                </a:solidFill>
                <a:latin typeface="Arial"/>
                <a:ea typeface="Arial"/>
                <a:cs typeface="Arial"/>
              </a:defRPr>
            </a:lvl5pPr>
            <a:lvl6pPr algn="l">
              <a:defRPr sz="1200" b="1">
                <a:solidFill>
                  <a:srgbClr val="C55A2B"/>
                </a:solidFill>
                <a:latin typeface="Arial"/>
                <a:ea typeface="Arial"/>
                <a:cs typeface="Arial"/>
              </a:defRPr>
            </a:lvl6pPr>
            <a:lvl7pPr algn="l">
              <a:defRPr sz="1200" b="1">
                <a:solidFill>
                  <a:srgbClr val="C55A2B"/>
                </a:solidFill>
                <a:latin typeface="Arial"/>
                <a:ea typeface="Arial"/>
                <a:cs typeface="Arial"/>
              </a:defRPr>
            </a:lvl7pPr>
            <a:lvl8pPr algn="l">
              <a:defRPr sz="1200" b="1">
                <a:solidFill>
                  <a:srgbClr val="C55A2B"/>
                </a:solidFill>
                <a:latin typeface="Arial"/>
                <a:ea typeface="Arial"/>
                <a:cs typeface="Arial"/>
              </a:defRPr>
            </a:lvl8pPr>
            <a:lvl9pPr algn="l">
              <a:defRPr sz="1200" b="1">
                <a:solidFill>
                  <a:srgbClr val="C55A2B"/>
                </a:solidFill>
                <a:latin typeface="Arial"/>
                <a:ea typeface="Arial"/>
                <a:cs typeface="Arial"/>
              </a:defRPr>
            </a:lvl9pPr>
          </a:lstStyle>
          <a:p xmlns:a="http://schemas.openxmlformats.org/drawingml/2006/main">
            <a:pPr algn="l">
              <a:defRPr sz="1200" b="1">
                <a:solidFill>
                  <a:srgbClr val="C55A2B"/>
                </a:solidFill>
                <a:latin typeface="Arial"/>
                <a:ea typeface="Arial"/>
                <a:cs typeface="Arial"/>
              </a:defRPr>
            </a:pPr>
            <a:r>
              <a:rPr sz="1200" b="1">
                <a:solidFill>
                  <a:srgbClr val="C55A2B"/>
                </a:solidFill>
                <a:latin typeface="Arial"/>
                <a:ea typeface="Arial"/>
                <a:cs typeface="Arial"/>
              </a:rPr>
              <a:t>ROUTE</a:t>
            </a:r>
          </a:p>
        </p:txBody>
      </p:sp>
      <p:sp>
        <p:nvSpPr>
          <p:cNvPr id="8" name="">
            <a:extLst xmlns:a="http://schemas.openxmlformats.org/drawingml/2006/main">
              <a:ext uri="{FF2B5EF4-FFF2-40B4-BE49-F238E27FC236}">
                <a16:creationId xmlns:a16="http://schemas.microsoft.com/office/drawing/2014/main" id="{1D4AF248-9ED0-404A-AA48-51AC310B914D}"/>
              </a:ext>
            </a:extLst>
          </p:cNvPr>
          <p:cNvSpPr>
            <a:spLocks xmlns:a="http://schemas.openxmlformats.org/drawingml/2006/main" noGrp="1"/>
          </p:cNvSpPr>
          <p:nvPr/>
        </p:nvSpPr>
        <p:spPr>
          <a:xfrm xmlns:a="http://schemas.openxmlformats.org/drawingml/2006/main">
            <a:off x="5467350" y="1695450"/>
            <a:ext cx="2438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55A2B"/>
                </a:solidFill>
                <a:latin typeface="Arial"/>
                <a:ea typeface="Arial"/>
                <a:cs typeface="Arial"/>
              </a:defRPr>
            </a:defPPr>
            <a:lvl1pPr algn="l">
              <a:defRPr sz="1200" b="1">
                <a:solidFill>
                  <a:srgbClr val="C55A2B"/>
                </a:solidFill>
                <a:latin typeface="Arial"/>
                <a:ea typeface="Arial"/>
                <a:cs typeface="Arial"/>
              </a:defRPr>
            </a:lvl1pPr>
            <a:lvl2pPr algn="l">
              <a:defRPr sz="1200" b="1">
                <a:solidFill>
                  <a:srgbClr val="C55A2B"/>
                </a:solidFill>
                <a:latin typeface="Arial"/>
                <a:ea typeface="Arial"/>
                <a:cs typeface="Arial"/>
              </a:defRPr>
            </a:lvl2pPr>
            <a:lvl3pPr algn="l">
              <a:defRPr sz="1200" b="1">
                <a:solidFill>
                  <a:srgbClr val="C55A2B"/>
                </a:solidFill>
                <a:latin typeface="Arial"/>
                <a:ea typeface="Arial"/>
                <a:cs typeface="Arial"/>
              </a:defRPr>
            </a:lvl3pPr>
            <a:lvl4pPr algn="l">
              <a:defRPr sz="1200" b="1">
                <a:solidFill>
                  <a:srgbClr val="C55A2B"/>
                </a:solidFill>
                <a:latin typeface="Arial"/>
                <a:ea typeface="Arial"/>
                <a:cs typeface="Arial"/>
              </a:defRPr>
            </a:lvl4pPr>
            <a:lvl5pPr algn="l">
              <a:defRPr sz="1200" b="1">
                <a:solidFill>
                  <a:srgbClr val="C55A2B"/>
                </a:solidFill>
                <a:latin typeface="Arial"/>
                <a:ea typeface="Arial"/>
                <a:cs typeface="Arial"/>
              </a:defRPr>
            </a:lvl5pPr>
            <a:lvl6pPr algn="l">
              <a:defRPr sz="1200" b="1">
                <a:solidFill>
                  <a:srgbClr val="C55A2B"/>
                </a:solidFill>
                <a:latin typeface="Arial"/>
                <a:ea typeface="Arial"/>
                <a:cs typeface="Arial"/>
              </a:defRPr>
            </a:lvl6pPr>
            <a:lvl7pPr algn="l">
              <a:defRPr sz="1200" b="1">
                <a:solidFill>
                  <a:srgbClr val="C55A2B"/>
                </a:solidFill>
                <a:latin typeface="Arial"/>
                <a:ea typeface="Arial"/>
                <a:cs typeface="Arial"/>
              </a:defRPr>
            </a:lvl7pPr>
            <a:lvl8pPr algn="l">
              <a:defRPr sz="1200" b="1">
                <a:solidFill>
                  <a:srgbClr val="C55A2B"/>
                </a:solidFill>
                <a:latin typeface="Arial"/>
                <a:ea typeface="Arial"/>
                <a:cs typeface="Arial"/>
              </a:defRPr>
            </a:lvl8pPr>
            <a:lvl9pPr algn="l">
              <a:defRPr sz="1200" b="1">
                <a:solidFill>
                  <a:srgbClr val="C55A2B"/>
                </a:solidFill>
                <a:latin typeface="Arial"/>
                <a:ea typeface="Arial"/>
                <a:cs typeface="Arial"/>
              </a:defRPr>
            </a:lvl9pPr>
          </a:lstStyle>
          <a:p xmlns:a="http://schemas.openxmlformats.org/drawingml/2006/main">
            <a:pPr algn="l">
              <a:defRPr sz="1200" b="1">
                <a:solidFill>
                  <a:srgbClr val="C55A2B"/>
                </a:solidFill>
                <a:latin typeface="Arial"/>
                <a:ea typeface="Arial"/>
                <a:cs typeface="Arial"/>
              </a:defRPr>
            </a:pPr>
            <a:r>
              <a:rPr sz="1200" b="1">
                <a:solidFill>
                  <a:srgbClr val="C55A2B"/>
                </a:solidFill>
                <a:latin typeface="Arial"/>
                <a:ea typeface="Arial"/>
                <a:cs typeface="Arial"/>
              </a:rPr>
              <a:t>ZUGRIFF</a:t>
            </a:r>
          </a:p>
        </p:txBody>
      </p:sp>
      <p:sp>
        <p:nvSpPr>
          <p:cNvPr id="9" name="">
            <a:extLst xmlns:a="http://schemas.openxmlformats.org/drawingml/2006/main">
              <a:ext uri="{FF2B5EF4-FFF2-40B4-BE49-F238E27FC236}">
                <a16:creationId xmlns:a16="http://schemas.microsoft.com/office/drawing/2014/main" id="{EDF6925D-F983-45A2-B137-0E2584596F8B}"/>
              </a:ext>
            </a:extLst>
          </p:cNvPr>
          <p:cNvSpPr>
            <a:spLocks xmlns:a="http://schemas.openxmlformats.org/drawingml/2006/main" noGrp="1"/>
          </p:cNvSpPr>
          <p:nvPr/>
        </p:nvSpPr>
        <p:spPr>
          <a:xfrm xmlns:a="http://schemas.openxmlformats.org/drawingml/2006/main">
            <a:off x="8001000" y="1695450"/>
            <a:ext cx="3381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55A2B"/>
                </a:solidFill>
                <a:latin typeface="Arial"/>
                <a:ea typeface="Arial"/>
                <a:cs typeface="Arial"/>
              </a:defRPr>
            </a:defPPr>
            <a:lvl1pPr algn="l">
              <a:defRPr sz="1200" b="1">
                <a:solidFill>
                  <a:srgbClr val="C55A2B"/>
                </a:solidFill>
                <a:latin typeface="Arial"/>
                <a:ea typeface="Arial"/>
                <a:cs typeface="Arial"/>
              </a:defRPr>
            </a:lvl1pPr>
            <a:lvl2pPr algn="l">
              <a:defRPr sz="1200" b="1">
                <a:solidFill>
                  <a:srgbClr val="C55A2B"/>
                </a:solidFill>
                <a:latin typeface="Arial"/>
                <a:ea typeface="Arial"/>
                <a:cs typeface="Arial"/>
              </a:defRPr>
            </a:lvl2pPr>
            <a:lvl3pPr algn="l">
              <a:defRPr sz="1200" b="1">
                <a:solidFill>
                  <a:srgbClr val="C55A2B"/>
                </a:solidFill>
                <a:latin typeface="Arial"/>
                <a:ea typeface="Arial"/>
                <a:cs typeface="Arial"/>
              </a:defRPr>
            </a:lvl3pPr>
            <a:lvl4pPr algn="l">
              <a:defRPr sz="1200" b="1">
                <a:solidFill>
                  <a:srgbClr val="C55A2B"/>
                </a:solidFill>
                <a:latin typeface="Arial"/>
                <a:ea typeface="Arial"/>
                <a:cs typeface="Arial"/>
              </a:defRPr>
            </a:lvl4pPr>
            <a:lvl5pPr algn="l">
              <a:defRPr sz="1200" b="1">
                <a:solidFill>
                  <a:srgbClr val="C55A2B"/>
                </a:solidFill>
                <a:latin typeface="Arial"/>
                <a:ea typeface="Arial"/>
                <a:cs typeface="Arial"/>
              </a:defRPr>
            </a:lvl5pPr>
            <a:lvl6pPr algn="l">
              <a:defRPr sz="1200" b="1">
                <a:solidFill>
                  <a:srgbClr val="C55A2B"/>
                </a:solidFill>
                <a:latin typeface="Arial"/>
                <a:ea typeface="Arial"/>
                <a:cs typeface="Arial"/>
              </a:defRPr>
            </a:lvl6pPr>
            <a:lvl7pPr algn="l">
              <a:defRPr sz="1200" b="1">
                <a:solidFill>
                  <a:srgbClr val="C55A2B"/>
                </a:solidFill>
                <a:latin typeface="Arial"/>
                <a:ea typeface="Arial"/>
                <a:cs typeface="Arial"/>
              </a:defRPr>
            </a:lvl7pPr>
            <a:lvl8pPr algn="l">
              <a:defRPr sz="1200" b="1">
                <a:solidFill>
                  <a:srgbClr val="C55A2B"/>
                </a:solidFill>
                <a:latin typeface="Arial"/>
                <a:ea typeface="Arial"/>
                <a:cs typeface="Arial"/>
              </a:defRPr>
            </a:lvl8pPr>
            <a:lvl9pPr algn="l">
              <a:defRPr sz="1200" b="1">
                <a:solidFill>
                  <a:srgbClr val="C55A2B"/>
                </a:solidFill>
                <a:latin typeface="Arial"/>
                <a:ea typeface="Arial"/>
                <a:cs typeface="Arial"/>
              </a:defRPr>
            </a:lvl9pPr>
          </a:lstStyle>
          <a:p xmlns:a="http://schemas.openxmlformats.org/drawingml/2006/main">
            <a:pPr algn="l">
              <a:defRPr sz="1200" b="1">
                <a:solidFill>
                  <a:srgbClr val="C55A2B"/>
                </a:solidFill>
                <a:latin typeface="Arial"/>
                <a:ea typeface="Arial"/>
                <a:cs typeface="Arial"/>
              </a:defRPr>
            </a:pPr>
            <a:r>
              <a:rPr sz="1200" b="1">
                <a:solidFill>
                  <a:srgbClr val="C55A2B"/>
                </a:solidFill>
                <a:latin typeface="Arial"/>
                <a:ea typeface="Arial"/>
                <a:cs typeface="Arial"/>
              </a:rPr>
              <a:t>VERHALTEN</a:t>
            </a:r>
          </a:p>
        </p:txBody>
      </p:sp>
      <p:sp>
        <p:nvSpPr>
          <p:cNvPr id="10" name="">
            <a:extLst xmlns:a="http://schemas.openxmlformats.org/drawingml/2006/main">
              <a:ext uri="{FF2B5EF4-FFF2-40B4-BE49-F238E27FC236}">
                <a16:creationId xmlns:a16="http://schemas.microsoft.com/office/drawing/2014/main" id="{3A528927-55FD-4C82-ADD5-B2FA3973B0B1}"/>
              </a:ext>
            </a:extLst>
          </p:cNvPr>
          <p:cNvSpPr>
            <a:spLocks xmlns:a="http://schemas.openxmlformats.org/drawingml/2006/main" noGrp="1"/>
          </p:cNvSpPr>
          <p:nvPr/>
        </p:nvSpPr>
        <p:spPr>
          <a:xfrm xmlns:a="http://schemas.openxmlformats.org/drawingml/2006/main">
            <a:off x="781050" y="2057400"/>
            <a:ext cx="105537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E9D497AB-70EE-457D-9DB4-CFA38E38BDCF}"/>
              </a:ext>
            </a:extLst>
          </p:cNvPr>
          <p:cNvSpPr>
            <a:spLocks xmlns:a="http://schemas.openxmlformats.org/drawingml/2006/main" noGrp="1"/>
          </p:cNvSpPr>
          <p:nvPr/>
        </p:nvSpPr>
        <p:spPr>
          <a:xfrm xmlns:a="http://schemas.openxmlformats.org/drawingml/2006/main">
            <a:off x="876300" y="2114550"/>
            <a:ext cx="4362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202935"/>
                </a:solidFill>
                <a:latin typeface="Arial"/>
                <a:ea typeface="Arial"/>
                <a:cs typeface="Arial"/>
              </a:defRPr>
            </a:defPPr>
            <a:lvl1pPr algn="l">
              <a:defRPr sz="1425" b="0">
                <a:solidFill>
                  <a:srgbClr val="202935"/>
                </a:solidFill>
                <a:latin typeface="Arial"/>
                <a:ea typeface="Arial"/>
                <a:cs typeface="Arial"/>
              </a:defRPr>
            </a:lvl1pPr>
            <a:lvl2pPr algn="l">
              <a:defRPr sz="1425" b="0">
                <a:solidFill>
                  <a:srgbClr val="202935"/>
                </a:solidFill>
                <a:latin typeface="Arial"/>
                <a:ea typeface="Arial"/>
                <a:cs typeface="Arial"/>
              </a:defRPr>
            </a:lvl2pPr>
            <a:lvl3pPr algn="l">
              <a:defRPr sz="1425" b="0">
                <a:solidFill>
                  <a:srgbClr val="202935"/>
                </a:solidFill>
                <a:latin typeface="Arial"/>
                <a:ea typeface="Arial"/>
                <a:cs typeface="Arial"/>
              </a:defRPr>
            </a:lvl3pPr>
            <a:lvl4pPr algn="l">
              <a:defRPr sz="1425" b="0">
                <a:solidFill>
                  <a:srgbClr val="202935"/>
                </a:solidFill>
                <a:latin typeface="Arial"/>
                <a:ea typeface="Arial"/>
                <a:cs typeface="Arial"/>
              </a:defRPr>
            </a:lvl4pPr>
            <a:lvl5pPr algn="l">
              <a:defRPr sz="1425" b="0">
                <a:solidFill>
                  <a:srgbClr val="202935"/>
                </a:solidFill>
                <a:latin typeface="Arial"/>
                <a:ea typeface="Arial"/>
                <a:cs typeface="Arial"/>
              </a:defRPr>
            </a:lvl5pPr>
            <a:lvl6pPr algn="l">
              <a:defRPr sz="1425" b="0">
                <a:solidFill>
                  <a:srgbClr val="202935"/>
                </a:solidFill>
                <a:latin typeface="Arial"/>
                <a:ea typeface="Arial"/>
                <a:cs typeface="Arial"/>
              </a:defRPr>
            </a:lvl6pPr>
            <a:lvl7pPr algn="l">
              <a:defRPr sz="1425" b="0">
                <a:solidFill>
                  <a:srgbClr val="202935"/>
                </a:solidFill>
                <a:latin typeface="Arial"/>
                <a:ea typeface="Arial"/>
                <a:cs typeface="Arial"/>
              </a:defRPr>
            </a:lvl7pPr>
            <a:lvl8pPr algn="l">
              <a:defRPr sz="1425" b="0">
                <a:solidFill>
                  <a:srgbClr val="202935"/>
                </a:solidFill>
                <a:latin typeface="Arial"/>
                <a:ea typeface="Arial"/>
                <a:cs typeface="Arial"/>
              </a:defRPr>
            </a:lvl8pPr>
            <a:lvl9pPr algn="l">
              <a:defRPr sz="1425" b="0">
                <a:solidFill>
                  <a:srgbClr val="202935"/>
                </a:solidFill>
                <a:latin typeface="Arial"/>
                <a:ea typeface="Arial"/>
                <a:cs typeface="Arial"/>
              </a:defRPr>
            </a:lvl9pPr>
          </a:lstStyle>
          <a:p xmlns:a="http://schemas.openxmlformats.org/drawingml/2006/main">
            <a:pPr algn="l">
              <a:defRPr sz="1425" b="0">
                <a:solidFill>
                  <a:srgbClr val="202935"/>
                </a:solidFill>
                <a:latin typeface="Arial"/>
                <a:ea typeface="Arial"/>
                <a:cs typeface="Arial"/>
              </a:defRPr>
            </a:pPr>
            <a:r>
              <a:rPr sz="1425" b="0">
                <a:solidFill>
                  <a:srgbClr val="202935"/>
                </a:solidFill>
                <a:latin typeface="Arial"/>
                <a:ea typeface="Arial"/>
                <a:cs typeface="Arial"/>
              </a:rPr>
              <a:t>GET / · POST /signup</a:t>
            </a:r>
          </a:p>
        </p:txBody>
      </p:sp>
      <p:sp>
        <p:nvSpPr>
          <p:cNvPr id="12" name="">
            <a:extLst xmlns:a="http://schemas.openxmlformats.org/drawingml/2006/main">
              <a:ext uri="{FF2B5EF4-FFF2-40B4-BE49-F238E27FC236}">
                <a16:creationId xmlns:a16="http://schemas.microsoft.com/office/drawing/2014/main" id="{E6D1A894-2F12-4B85-883A-FD0FCEB76655}"/>
              </a:ext>
            </a:extLst>
          </p:cNvPr>
          <p:cNvSpPr>
            <a:spLocks xmlns:a="http://schemas.openxmlformats.org/drawingml/2006/main" noGrp="1"/>
          </p:cNvSpPr>
          <p:nvPr/>
        </p:nvSpPr>
        <p:spPr>
          <a:xfrm xmlns:a="http://schemas.openxmlformats.org/drawingml/2006/main">
            <a:off x="5467350" y="2114550"/>
            <a:ext cx="2305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öffentlich</a:t>
            </a:r>
          </a:p>
        </p:txBody>
      </p:sp>
      <p:sp>
        <p:nvSpPr>
          <p:cNvPr id="13" name="">
            <a:extLst xmlns:a="http://schemas.openxmlformats.org/drawingml/2006/main">
              <a:ext uri="{FF2B5EF4-FFF2-40B4-BE49-F238E27FC236}">
                <a16:creationId xmlns:a16="http://schemas.microsoft.com/office/drawing/2014/main" id="{28E5500C-230A-4941-8CD4-90E19A7072B5}"/>
              </a:ext>
            </a:extLst>
          </p:cNvPr>
          <p:cNvSpPr>
            <a:spLocks xmlns:a="http://schemas.openxmlformats.org/drawingml/2006/main" noGrp="1"/>
          </p:cNvSpPr>
          <p:nvPr/>
        </p:nvSpPr>
        <p:spPr>
          <a:xfrm xmlns:a="http://schemas.openxmlformats.org/drawingml/2006/main">
            <a:off x="8001000" y="2114550"/>
            <a:ext cx="32480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Index; neues USER-Konto</a:t>
            </a:r>
          </a:p>
        </p:txBody>
      </p:sp>
      <p:sp>
        <p:nvSpPr>
          <p:cNvPr id="14" name="">
            <a:extLst xmlns:a="http://schemas.openxmlformats.org/drawingml/2006/main">
              <a:ext uri="{FF2B5EF4-FFF2-40B4-BE49-F238E27FC236}">
                <a16:creationId xmlns:a16="http://schemas.microsoft.com/office/drawing/2014/main" id="{CF4E37E5-0947-4C1B-8E85-F7D12793468A}"/>
              </a:ext>
            </a:extLst>
          </p:cNvPr>
          <p:cNvSpPr>
            <a:spLocks xmlns:a="http://schemas.openxmlformats.org/drawingml/2006/main" noGrp="1"/>
          </p:cNvSpPr>
          <p:nvPr/>
        </p:nvSpPr>
        <p:spPr>
          <a:xfrm xmlns:a="http://schemas.openxmlformats.org/drawingml/2006/main">
            <a:off x="781050" y="2809875"/>
            <a:ext cx="105537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5" name="">
            <a:extLst xmlns:a="http://schemas.openxmlformats.org/drawingml/2006/main">
              <a:ext uri="{FF2B5EF4-FFF2-40B4-BE49-F238E27FC236}">
                <a16:creationId xmlns:a16="http://schemas.microsoft.com/office/drawing/2014/main" id="{63FAC757-92BA-4681-A266-51D6632C4065}"/>
              </a:ext>
            </a:extLst>
          </p:cNvPr>
          <p:cNvSpPr>
            <a:spLocks xmlns:a="http://schemas.openxmlformats.org/drawingml/2006/main" noGrp="1"/>
          </p:cNvSpPr>
          <p:nvPr/>
        </p:nvSpPr>
        <p:spPr>
          <a:xfrm xmlns:a="http://schemas.openxmlformats.org/drawingml/2006/main">
            <a:off x="876300" y="2828925"/>
            <a:ext cx="4362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2935"/>
                </a:solidFill>
                <a:latin typeface="Arial"/>
                <a:ea typeface="Arial"/>
                <a:cs typeface="Arial"/>
              </a:defRPr>
            </a:defPPr>
            <a:lvl1pPr algn="l">
              <a:defRPr sz="1425" b="1">
                <a:solidFill>
                  <a:srgbClr val="202935"/>
                </a:solidFill>
                <a:latin typeface="Arial"/>
                <a:ea typeface="Arial"/>
                <a:cs typeface="Arial"/>
              </a:defRPr>
            </a:lvl1pPr>
            <a:lvl2pPr algn="l">
              <a:defRPr sz="1425" b="1">
                <a:solidFill>
                  <a:srgbClr val="202935"/>
                </a:solidFill>
                <a:latin typeface="Arial"/>
                <a:ea typeface="Arial"/>
                <a:cs typeface="Arial"/>
              </a:defRPr>
            </a:lvl2pPr>
            <a:lvl3pPr algn="l">
              <a:defRPr sz="1425" b="1">
                <a:solidFill>
                  <a:srgbClr val="202935"/>
                </a:solidFill>
                <a:latin typeface="Arial"/>
                <a:ea typeface="Arial"/>
                <a:cs typeface="Arial"/>
              </a:defRPr>
            </a:lvl3pPr>
            <a:lvl4pPr algn="l">
              <a:defRPr sz="1425" b="1">
                <a:solidFill>
                  <a:srgbClr val="202935"/>
                </a:solidFill>
                <a:latin typeface="Arial"/>
                <a:ea typeface="Arial"/>
                <a:cs typeface="Arial"/>
              </a:defRPr>
            </a:lvl4pPr>
            <a:lvl5pPr algn="l">
              <a:defRPr sz="1425" b="1">
                <a:solidFill>
                  <a:srgbClr val="202935"/>
                </a:solidFill>
                <a:latin typeface="Arial"/>
                <a:ea typeface="Arial"/>
                <a:cs typeface="Arial"/>
              </a:defRPr>
            </a:lvl5pPr>
            <a:lvl6pPr algn="l">
              <a:defRPr sz="1425" b="1">
                <a:solidFill>
                  <a:srgbClr val="202935"/>
                </a:solidFill>
                <a:latin typeface="Arial"/>
                <a:ea typeface="Arial"/>
                <a:cs typeface="Arial"/>
              </a:defRPr>
            </a:lvl6pPr>
            <a:lvl7pPr algn="l">
              <a:defRPr sz="1425" b="1">
                <a:solidFill>
                  <a:srgbClr val="202935"/>
                </a:solidFill>
                <a:latin typeface="Arial"/>
                <a:ea typeface="Arial"/>
                <a:cs typeface="Arial"/>
              </a:defRPr>
            </a:lvl7pPr>
            <a:lvl8pPr algn="l">
              <a:defRPr sz="1425" b="1">
                <a:solidFill>
                  <a:srgbClr val="202935"/>
                </a:solidFill>
                <a:latin typeface="Arial"/>
                <a:ea typeface="Arial"/>
                <a:cs typeface="Arial"/>
              </a:defRPr>
            </a:lvl8pPr>
            <a:lvl9pPr algn="l">
              <a:defRPr sz="1425" b="1">
                <a:solidFill>
                  <a:srgbClr val="202935"/>
                </a:solidFill>
                <a:latin typeface="Arial"/>
                <a:ea typeface="Arial"/>
                <a:cs typeface="Arial"/>
              </a:defRPr>
            </a:lvl9pPr>
          </a:lstStyle>
          <a:p xmlns:a="http://schemas.openxmlformats.org/drawingml/2006/main">
            <a:pPr algn="l">
              <a:defRPr sz="1425" b="1">
                <a:solidFill>
                  <a:srgbClr val="202935"/>
                </a:solidFill>
                <a:latin typeface="Arial"/>
                <a:ea typeface="Arial"/>
                <a:cs typeface="Arial"/>
              </a:defRPr>
            </a:pPr>
            <a:r>
              <a:rPr sz="1425" b="1">
                <a:solidFill>
                  <a:srgbClr val="202935"/>
                </a:solidFill>
                <a:latin typeface="Arial"/>
                <a:ea typeface="Arial"/>
                <a:cs typeface="Arial"/>
              </a:rPr>
              <a:t>GET /users · /organizations</a:t>
            </a:r>
          </a:p>
        </p:txBody>
      </p:sp>
      <p:sp>
        <p:nvSpPr>
          <p:cNvPr id="16" name="">
            <a:extLst xmlns:a="http://schemas.openxmlformats.org/drawingml/2006/main">
              <a:ext uri="{FF2B5EF4-FFF2-40B4-BE49-F238E27FC236}">
                <a16:creationId xmlns:a16="http://schemas.microsoft.com/office/drawing/2014/main" id="{1DD3A7BA-C84C-4AE6-AD1F-670B8714F5AF}"/>
              </a:ext>
            </a:extLst>
          </p:cNvPr>
          <p:cNvSpPr>
            <a:spLocks xmlns:a="http://schemas.openxmlformats.org/drawingml/2006/main" noGrp="1"/>
          </p:cNvSpPr>
          <p:nvPr/>
        </p:nvSpPr>
        <p:spPr>
          <a:xfrm xmlns:a="http://schemas.openxmlformats.org/drawingml/2006/main">
            <a:off x="5467350" y="2828925"/>
            <a:ext cx="2305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C55A2B"/>
                </a:solidFill>
                <a:latin typeface="Arial"/>
                <a:ea typeface="Arial"/>
                <a:cs typeface="Arial"/>
              </a:defRPr>
            </a:defPPr>
            <a:lvl1pPr algn="l">
              <a:defRPr sz="1350" b="1">
                <a:solidFill>
                  <a:srgbClr val="C55A2B"/>
                </a:solidFill>
                <a:latin typeface="Arial"/>
                <a:ea typeface="Arial"/>
                <a:cs typeface="Arial"/>
              </a:defRPr>
            </a:lvl1pPr>
            <a:lvl2pPr algn="l">
              <a:defRPr sz="1350" b="1">
                <a:solidFill>
                  <a:srgbClr val="C55A2B"/>
                </a:solidFill>
                <a:latin typeface="Arial"/>
                <a:ea typeface="Arial"/>
                <a:cs typeface="Arial"/>
              </a:defRPr>
            </a:lvl2pPr>
            <a:lvl3pPr algn="l">
              <a:defRPr sz="1350" b="1">
                <a:solidFill>
                  <a:srgbClr val="C55A2B"/>
                </a:solidFill>
                <a:latin typeface="Arial"/>
                <a:ea typeface="Arial"/>
                <a:cs typeface="Arial"/>
              </a:defRPr>
            </a:lvl3pPr>
            <a:lvl4pPr algn="l">
              <a:defRPr sz="1350" b="1">
                <a:solidFill>
                  <a:srgbClr val="C55A2B"/>
                </a:solidFill>
                <a:latin typeface="Arial"/>
                <a:ea typeface="Arial"/>
                <a:cs typeface="Arial"/>
              </a:defRPr>
            </a:lvl4pPr>
            <a:lvl5pPr algn="l">
              <a:defRPr sz="1350" b="1">
                <a:solidFill>
                  <a:srgbClr val="C55A2B"/>
                </a:solidFill>
                <a:latin typeface="Arial"/>
                <a:ea typeface="Arial"/>
                <a:cs typeface="Arial"/>
              </a:defRPr>
            </a:lvl5pPr>
            <a:lvl6pPr algn="l">
              <a:defRPr sz="1350" b="1">
                <a:solidFill>
                  <a:srgbClr val="C55A2B"/>
                </a:solidFill>
                <a:latin typeface="Arial"/>
                <a:ea typeface="Arial"/>
                <a:cs typeface="Arial"/>
              </a:defRPr>
            </a:lvl6pPr>
            <a:lvl7pPr algn="l">
              <a:defRPr sz="1350" b="1">
                <a:solidFill>
                  <a:srgbClr val="C55A2B"/>
                </a:solidFill>
                <a:latin typeface="Arial"/>
                <a:ea typeface="Arial"/>
                <a:cs typeface="Arial"/>
              </a:defRPr>
            </a:lvl7pPr>
            <a:lvl8pPr algn="l">
              <a:defRPr sz="1350" b="1">
                <a:solidFill>
                  <a:srgbClr val="C55A2B"/>
                </a:solidFill>
                <a:latin typeface="Arial"/>
                <a:ea typeface="Arial"/>
                <a:cs typeface="Arial"/>
              </a:defRPr>
            </a:lvl8pPr>
            <a:lvl9pPr algn="l">
              <a:defRPr sz="1350" b="1">
                <a:solidFill>
                  <a:srgbClr val="C55A2B"/>
                </a:solidFill>
                <a:latin typeface="Arial"/>
                <a:ea typeface="Arial"/>
                <a:cs typeface="Arial"/>
              </a:defRPr>
            </a:lvl9pPr>
          </a:lstStyle>
          <a:p xmlns:a="http://schemas.openxmlformats.org/drawingml/2006/main">
            <a:pPr algn="l">
              <a:defRPr sz="1350" b="1">
                <a:solidFill>
                  <a:srgbClr val="C55A2B"/>
                </a:solidFill>
                <a:latin typeface="Arial"/>
                <a:ea typeface="Arial"/>
                <a:cs typeface="Arial"/>
              </a:defRPr>
            </a:pPr>
            <a:r>
              <a:rPr sz="1350" b="1">
                <a:solidFill>
                  <a:srgbClr val="C55A2B"/>
                </a:solidFill>
                <a:latin typeface="Arial"/>
                <a:ea typeface="Arial"/>
                <a:cs typeface="Arial"/>
              </a:rPr>
              <a:t>angemeldet + ADMIN*</a:t>
            </a:r>
          </a:p>
        </p:txBody>
      </p:sp>
      <p:sp>
        <p:nvSpPr>
          <p:cNvPr id="17" name="">
            <a:extLst xmlns:a="http://schemas.openxmlformats.org/drawingml/2006/main">
              <a:ext uri="{FF2B5EF4-FFF2-40B4-BE49-F238E27FC236}">
                <a16:creationId xmlns:a16="http://schemas.microsoft.com/office/drawing/2014/main" id="{E8DA57D3-1E5F-4877-A9BC-9FF4A0BF4B0E}"/>
              </a:ext>
            </a:extLst>
          </p:cNvPr>
          <p:cNvSpPr>
            <a:spLocks xmlns:a="http://schemas.openxmlformats.org/drawingml/2006/main" noGrp="1"/>
          </p:cNvSpPr>
          <p:nvPr/>
        </p:nvSpPr>
        <p:spPr>
          <a:xfrm xmlns:a="http://schemas.openxmlformats.org/drawingml/2006/main">
            <a:off x="8001000" y="2828925"/>
            <a:ext cx="32480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Administrative Listen</a:t>
            </a:r>
          </a:p>
        </p:txBody>
      </p:sp>
      <p:sp>
        <p:nvSpPr>
          <p:cNvPr id="18" name="">
            <a:extLst xmlns:a="http://schemas.openxmlformats.org/drawingml/2006/main">
              <a:ext uri="{FF2B5EF4-FFF2-40B4-BE49-F238E27FC236}">
                <a16:creationId xmlns:a16="http://schemas.microsoft.com/office/drawing/2014/main" id="{D508859B-5C9C-42CD-82E5-108BC1C33563}"/>
              </a:ext>
            </a:extLst>
          </p:cNvPr>
          <p:cNvSpPr>
            <a:spLocks xmlns:a="http://schemas.openxmlformats.org/drawingml/2006/main" noGrp="1"/>
          </p:cNvSpPr>
          <p:nvPr/>
        </p:nvSpPr>
        <p:spPr>
          <a:xfrm xmlns:a="http://schemas.openxmlformats.org/drawingml/2006/main">
            <a:off x="781050" y="3524250"/>
            <a:ext cx="105537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9" name="">
            <a:extLst xmlns:a="http://schemas.openxmlformats.org/drawingml/2006/main">
              <a:ext uri="{FF2B5EF4-FFF2-40B4-BE49-F238E27FC236}">
                <a16:creationId xmlns:a16="http://schemas.microsoft.com/office/drawing/2014/main" id="{8CA088DC-0CCF-4677-83ED-3AF14A5DD632}"/>
              </a:ext>
            </a:extLst>
          </p:cNvPr>
          <p:cNvSpPr>
            <a:spLocks xmlns:a="http://schemas.openxmlformats.org/drawingml/2006/main" noGrp="1"/>
          </p:cNvSpPr>
          <p:nvPr/>
        </p:nvSpPr>
        <p:spPr>
          <a:xfrm xmlns:a="http://schemas.openxmlformats.org/drawingml/2006/main">
            <a:off x="876300" y="3543300"/>
            <a:ext cx="4362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202935"/>
                </a:solidFill>
                <a:latin typeface="Arial"/>
                <a:ea typeface="Arial"/>
                <a:cs typeface="Arial"/>
              </a:defRPr>
            </a:defPPr>
            <a:lvl1pPr algn="l">
              <a:defRPr sz="1425" b="0">
                <a:solidFill>
                  <a:srgbClr val="202935"/>
                </a:solidFill>
                <a:latin typeface="Arial"/>
                <a:ea typeface="Arial"/>
                <a:cs typeface="Arial"/>
              </a:defRPr>
            </a:lvl1pPr>
            <a:lvl2pPr algn="l">
              <a:defRPr sz="1425" b="0">
                <a:solidFill>
                  <a:srgbClr val="202935"/>
                </a:solidFill>
                <a:latin typeface="Arial"/>
                <a:ea typeface="Arial"/>
                <a:cs typeface="Arial"/>
              </a:defRPr>
            </a:lvl2pPr>
            <a:lvl3pPr algn="l">
              <a:defRPr sz="1425" b="0">
                <a:solidFill>
                  <a:srgbClr val="202935"/>
                </a:solidFill>
                <a:latin typeface="Arial"/>
                <a:ea typeface="Arial"/>
                <a:cs typeface="Arial"/>
              </a:defRPr>
            </a:lvl3pPr>
            <a:lvl4pPr algn="l">
              <a:defRPr sz="1425" b="0">
                <a:solidFill>
                  <a:srgbClr val="202935"/>
                </a:solidFill>
                <a:latin typeface="Arial"/>
                <a:ea typeface="Arial"/>
                <a:cs typeface="Arial"/>
              </a:defRPr>
            </a:lvl4pPr>
            <a:lvl5pPr algn="l">
              <a:defRPr sz="1425" b="0">
                <a:solidFill>
                  <a:srgbClr val="202935"/>
                </a:solidFill>
                <a:latin typeface="Arial"/>
                <a:ea typeface="Arial"/>
                <a:cs typeface="Arial"/>
              </a:defRPr>
            </a:lvl5pPr>
            <a:lvl6pPr algn="l">
              <a:defRPr sz="1425" b="0">
                <a:solidFill>
                  <a:srgbClr val="202935"/>
                </a:solidFill>
                <a:latin typeface="Arial"/>
                <a:ea typeface="Arial"/>
                <a:cs typeface="Arial"/>
              </a:defRPr>
            </a:lvl6pPr>
            <a:lvl7pPr algn="l">
              <a:defRPr sz="1425" b="0">
                <a:solidFill>
                  <a:srgbClr val="202935"/>
                </a:solidFill>
                <a:latin typeface="Arial"/>
                <a:ea typeface="Arial"/>
                <a:cs typeface="Arial"/>
              </a:defRPr>
            </a:lvl7pPr>
            <a:lvl8pPr algn="l">
              <a:defRPr sz="1425" b="0">
                <a:solidFill>
                  <a:srgbClr val="202935"/>
                </a:solidFill>
                <a:latin typeface="Arial"/>
                <a:ea typeface="Arial"/>
                <a:cs typeface="Arial"/>
              </a:defRPr>
            </a:lvl8pPr>
            <a:lvl9pPr algn="l">
              <a:defRPr sz="1425" b="0">
                <a:solidFill>
                  <a:srgbClr val="202935"/>
                </a:solidFill>
                <a:latin typeface="Arial"/>
                <a:ea typeface="Arial"/>
                <a:cs typeface="Arial"/>
              </a:defRPr>
            </a:lvl9pPr>
          </a:lstStyle>
          <a:p xmlns:a="http://schemas.openxmlformats.org/drawingml/2006/main">
            <a:pPr algn="l">
              <a:defRPr sz="1425" b="0">
                <a:solidFill>
                  <a:srgbClr val="202935"/>
                </a:solidFill>
                <a:latin typeface="Arial"/>
                <a:ea typeface="Arial"/>
                <a:cs typeface="Arial"/>
              </a:defRPr>
            </a:pPr>
            <a:r>
              <a:rPr sz="1425" b="0">
                <a:solidFill>
                  <a:srgbClr val="202935"/>
                </a:solidFill>
                <a:latin typeface="Arial"/>
                <a:ea typeface="Arial"/>
                <a:cs typeface="Arial"/>
              </a:rPr>
              <a:t>GET /users/{username}</a:t>
            </a:r>
          </a:p>
        </p:txBody>
      </p:sp>
      <p:sp>
        <p:nvSpPr>
          <p:cNvPr id="20" name="">
            <a:extLst xmlns:a="http://schemas.openxmlformats.org/drawingml/2006/main">
              <a:ext uri="{FF2B5EF4-FFF2-40B4-BE49-F238E27FC236}">
                <a16:creationId xmlns:a16="http://schemas.microsoft.com/office/drawing/2014/main" id="{DC3E6A8B-0959-4E6F-A5FF-475B4BC01E60}"/>
              </a:ext>
            </a:extLst>
          </p:cNvPr>
          <p:cNvSpPr>
            <a:spLocks xmlns:a="http://schemas.openxmlformats.org/drawingml/2006/main" noGrp="1"/>
          </p:cNvSpPr>
          <p:nvPr/>
        </p:nvSpPr>
        <p:spPr>
          <a:xfrm xmlns:a="http://schemas.openxmlformats.org/drawingml/2006/main">
            <a:off x="5467350" y="3543300"/>
            <a:ext cx="2305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angemeldet + ADMIN</a:t>
            </a:r>
          </a:p>
        </p:txBody>
      </p:sp>
      <p:sp>
        <p:nvSpPr>
          <p:cNvPr id="21" name="">
            <a:extLst xmlns:a="http://schemas.openxmlformats.org/drawingml/2006/main">
              <a:ext uri="{FF2B5EF4-FFF2-40B4-BE49-F238E27FC236}">
                <a16:creationId xmlns:a16="http://schemas.microsoft.com/office/drawing/2014/main" id="{CBA3FE4B-F424-4BAE-A847-667404070392}"/>
              </a:ext>
            </a:extLst>
          </p:cNvPr>
          <p:cNvSpPr>
            <a:spLocks xmlns:a="http://schemas.openxmlformats.org/drawingml/2006/main" noGrp="1"/>
          </p:cNvSpPr>
          <p:nvPr/>
        </p:nvSpPr>
        <p:spPr>
          <a:xfrm xmlns:a="http://schemas.openxmlformats.org/drawingml/2006/main">
            <a:off x="8001000" y="3543300"/>
            <a:ext cx="32480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Direkte Abfrage bleibt geschützt</a:t>
            </a:r>
          </a:p>
        </p:txBody>
      </p:sp>
      <p:sp>
        <p:nvSpPr>
          <p:cNvPr id="22" name="">
            <a:extLst xmlns:a="http://schemas.openxmlformats.org/drawingml/2006/main">
              <a:ext uri="{FF2B5EF4-FFF2-40B4-BE49-F238E27FC236}">
                <a16:creationId xmlns:a16="http://schemas.microsoft.com/office/drawing/2014/main" id="{31C1F8D8-7AE6-406E-8817-B3DA0CA80026}"/>
              </a:ext>
            </a:extLst>
          </p:cNvPr>
          <p:cNvSpPr>
            <a:spLocks xmlns:a="http://schemas.openxmlformats.org/drawingml/2006/main" noGrp="1"/>
          </p:cNvSpPr>
          <p:nvPr/>
        </p:nvSpPr>
        <p:spPr>
          <a:xfrm xmlns:a="http://schemas.openxmlformats.org/drawingml/2006/main">
            <a:off x="781050" y="4238625"/>
            <a:ext cx="105537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23" name="">
            <a:extLst xmlns:a="http://schemas.openxmlformats.org/drawingml/2006/main">
              <a:ext uri="{FF2B5EF4-FFF2-40B4-BE49-F238E27FC236}">
                <a16:creationId xmlns:a16="http://schemas.microsoft.com/office/drawing/2014/main" id="{1110506D-B421-41A9-8580-35C483C2B4A0}"/>
              </a:ext>
            </a:extLst>
          </p:cNvPr>
          <p:cNvSpPr>
            <a:spLocks xmlns:a="http://schemas.openxmlformats.org/drawingml/2006/main" noGrp="1"/>
          </p:cNvSpPr>
          <p:nvPr/>
        </p:nvSpPr>
        <p:spPr>
          <a:xfrm xmlns:a="http://schemas.openxmlformats.org/drawingml/2006/main">
            <a:off x="876300" y="4257675"/>
            <a:ext cx="4362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202935"/>
                </a:solidFill>
                <a:latin typeface="Arial"/>
                <a:ea typeface="Arial"/>
                <a:cs typeface="Arial"/>
              </a:defRPr>
            </a:defPPr>
            <a:lvl1pPr algn="l">
              <a:defRPr sz="1425" b="0">
                <a:solidFill>
                  <a:srgbClr val="202935"/>
                </a:solidFill>
                <a:latin typeface="Arial"/>
                <a:ea typeface="Arial"/>
                <a:cs typeface="Arial"/>
              </a:defRPr>
            </a:lvl1pPr>
            <a:lvl2pPr algn="l">
              <a:defRPr sz="1425" b="0">
                <a:solidFill>
                  <a:srgbClr val="202935"/>
                </a:solidFill>
                <a:latin typeface="Arial"/>
                <a:ea typeface="Arial"/>
                <a:cs typeface="Arial"/>
              </a:defRPr>
            </a:lvl2pPr>
            <a:lvl3pPr algn="l">
              <a:defRPr sz="1425" b="0">
                <a:solidFill>
                  <a:srgbClr val="202935"/>
                </a:solidFill>
                <a:latin typeface="Arial"/>
                <a:ea typeface="Arial"/>
                <a:cs typeface="Arial"/>
              </a:defRPr>
            </a:lvl3pPr>
            <a:lvl4pPr algn="l">
              <a:defRPr sz="1425" b="0">
                <a:solidFill>
                  <a:srgbClr val="202935"/>
                </a:solidFill>
                <a:latin typeface="Arial"/>
                <a:ea typeface="Arial"/>
                <a:cs typeface="Arial"/>
              </a:defRPr>
            </a:lvl4pPr>
            <a:lvl5pPr algn="l">
              <a:defRPr sz="1425" b="0">
                <a:solidFill>
                  <a:srgbClr val="202935"/>
                </a:solidFill>
                <a:latin typeface="Arial"/>
                <a:ea typeface="Arial"/>
                <a:cs typeface="Arial"/>
              </a:defRPr>
            </a:lvl5pPr>
            <a:lvl6pPr algn="l">
              <a:defRPr sz="1425" b="0">
                <a:solidFill>
                  <a:srgbClr val="202935"/>
                </a:solidFill>
                <a:latin typeface="Arial"/>
                <a:ea typeface="Arial"/>
                <a:cs typeface="Arial"/>
              </a:defRPr>
            </a:lvl6pPr>
            <a:lvl7pPr algn="l">
              <a:defRPr sz="1425" b="0">
                <a:solidFill>
                  <a:srgbClr val="202935"/>
                </a:solidFill>
                <a:latin typeface="Arial"/>
                <a:ea typeface="Arial"/>
                <a:cs typeface="Arial"/>
              </a:defRPr>
            </a:lvl7pPr>
            <a:lvl8pPr algn="l">
              <a:defRPr sz="1425" b="0">
                <a:solidFill>
                  <a:srgbClr val="202935"/>
                </a:solidFill>
                <a:latin typeface="Arial"/>
                <a:ea typeface="Arial"/>
                <a:cs typeface="Arial"/>
              </a:defRPr>
            </a:lvl8pPr>
            <a:lvl9pPr algn="l">
              <a:defRPr sz="1425" b="0">
                <a:solidFill>
                  <a:srgbClr val="202935"/>
                </a:solidFill>
                <a:latin typeface="Arial"/>
                <a:ea typeface="Arial"/>
                <a:cs typeface="Arial"/>
              </a:defRPr>
            </a:lvl9pPr>
          </a:lstStyle>
          <a:p xmlns:a="http://schemas.openxmlformats.org/drawingml/2006/main">
            <a:pPr algn="l">
              <a:defRPr sz="1425" b="0">
                <a:solidFill>
                  <a:srgbClr val="202935"/>
                </a:solidFill>
                <a:latin typeface="Arial"/>
                <a:ea typeface="Arial"/>
                <a:cs typeface="Arial"/>
              </a:defRPr>
            </a:pPr>
            <a:r>
              <a:rPr sz="1425" b="0">
                <a:solidFill>
                  <a:srgbClr val="202935"/>
                </a:solidFill>
                <a:latin typeface="Arial"/>
                <a:ea typeface="Arial"/>
                <a:cs typeface="Arial"/>
              </a:rPr>
              <a:t>POST /documents/search</a:t>
            </a:r>
          </a:p>
        </p:txBody>
      </p:sp>
      <p:sp>
        <p:nvSpPr>
          <p:cNvPr id="24" name="">
            <a:extLst xmlns:a="http://schemas.openxmlformats.org/drawingml/2006/main">
              <a:ext uri="{FF2B5EF4-FFF2-40B4-BE49-F238E27FC236}">
                <a16:creationId xmlns:a16="http://schemas.microsoft.com/office/drawing/2014/main" id="{87457975-32C0-4D19-B1DD-9DAEA91ED254}"/>
              </a:ext>
            </a:extLst>
          </p:cNvPr>
          <p:cNvSpPr>
            <a:spLocks xmlns:a="http://schemas.openxmlformats.org/drawingml/2006/main" noGrp="1"/>
          </p:cNvSpPr>
          <p:nvPr/>
        </p:nvSpPr>
        <p:spPr>
          <a:xfrm xmlns:a="http://schemas.openxmlformats.org/drawingml/2006/main">
            <a:off x="5467350" y="4257675"/>
            <a:ext cx="2305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ROLE_USER + Mandant</a:t>
            </a:r>
          </a:p>
        </p:txBody>
      </p:sp>
      <p:sp>
        <p:nvSpPr>
          <p:cNvPr id="25" name="">
            <a:extLst xmlns:a="http://schemas.openxmlformats.org/drawingml/2006/main">
              <a:ext uri="{FF2B5EF4-FFF2-40B4-BE49-F238E27FC236}">
                <a16:creationId xmlns:a16="http://schemas.microsoft.com/office/drawing/2014/main" id="{89CF9F84-1426-4F0C-B6BA-4A7570D83FD3}"/>
              </a:ext>
            </a:extLst>
          </p:cNvPr>
          <p:cNvSpPr>
            <a:spLocks xmlns:a="http://schemas.openxmlformats.org/drawingml/2006/main" noGrp="1"/>
          </p:cNvSpPr>
          <p:nvPr/>
        </p:nvSpPr>
        <p:spPr>
          <a:xfrm xmlns:a="http://schemas.openxmlformats.org/drawingml/2006/main">
            <a:off x="8001000" y="4257675"/>
            <a:ext cx="32480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Suche nach organizationUuid</a:t>
            </a:r>
          </a:p>
        </p:txBody>
      </p:sp>
      <p:sp>
        <p:nvSpPr>
          <p:cNvPr id="26" name="">
            <a:extLst xmlns:a="http://schemas.openxmlformats.org/drawingml/2006/main">
              <a:ext uri="{FF2B5EF4-FFF2-40B4-BE49-F238E27FC236}">
                <a16:creationId xmlns:a16="http://schemas.microsoft.com/office/drawing/2014/main" id="{D3680A8E-2497-46A6-BDAA-CD4E0E3859F1}"/>
              </a:ext>
            </a:extLst>
          </p:cNvPr>
          <p:cNvSpPr>
            <a:spLocks xmlns:a="http://schemas.openxmlformats.org/drawingml/2006/main" noGrp="1"/>
          </p:cNvSpPr>
          <p:nvPr/>
        </p:nvSpPr>
        <p:spPr>
          <a:xfrm xmlns:a="http://schemas.openxmlformats.org/drawingml/2006/main">
            <a:off x="781050" y="4953000"/>
            <a:ext cx="105537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27" name="">
            <a:extLst xmlns:a="http://schemas.openxmlformats.org/drawingml/2006/main">
              <a:ext uri="{FF2B5EF4-FFF2-40B4-BE49-F238E27FC236}">
                <a16:creationId xmlns:a16="http://schemas.microsoft.com/office/drawing/2014/main" id="{3C93A28C-D19B-4363-8D2C-2F8FAACCF63A}"/>
              </a:ext>
            </a:extLst>
          </p:cNvPr>
          <p:cNvSpPr>
            <a:spLocks xmlns:a="http://schemas.openxmlformats.org/drawingml/2006/main" noGrp="1"/>
          </p:cNvSpPr>
          <p:nvPr/>
        </p:nvSpPr>
        <p:spPr>
          <a:xfrm xmlns:a="http://schemas.openxmlformats.org/drawingml/2006/main">
            <a:off x="876300" y="4972050"/>
            <a:ext cx="4362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202935"/>
                </a:solidFill>
                <a:latin typeface="Arial"/>
                <a:ea typeface="Arial"/>
                <a:cs typeface="Arial"/>
              </a:defRPr>
            </a:defPPr>
            <a:lvl1pPr algn="l">
              <a:defRPr sz="1425" b="0">
                <a:solidFill>
                  <a:srgbClr val="202935"/>
                </a:solidFill>
                <a:latin typeface="Arial"/>
                <a:ea typeface="Arial"/>
                <a:cs typeface="Arial"/>
              </a:defRPr>
            </a:lvl1pPr>
            <a:lvl2pPr algn="l">
              <a:defRPr sz="1425" b="0">
                <a:solidFill>
                  <a:srgbClr val="202935"/>
                </a:solidFill>
                <a:latin typeface="Arial"/>
                <a:ea typeface="Arial"/>
                <a:cs typeface="Arial"/>
              </a:defRPr>
            </a:lvl2pPr>
            <a:lvl3pPr algn="l">
              <a:defRPr sz="1425" b="0">
                <a:solidFill>
                  <a:srgbClr val="202935"/>
                </a:solidFill>
                <a:latin typeface="Arial"/>
                <a:ea typeface="Arial"/>
                <a:cs typeface="Arial"/>
              </a:defRPr>
            </a:lvl3pPr>
            <a:lvl4pPr algn="l">
              <a:defRPr sz="1425" b="0">
                <a:solidFill>
                  <a:srgbClr val="202935"/>
                </a:solidFill>
                <a:latin typeface="Arial"/>
                <a:ea typeface="Arial"/>
                <a:cs typeface="Arial"/>
              </a:defRPr>
            </a:lvl4pPr>
            <a:lvl5pPr algn="l">
              <a:defRPr sz="1425" b="0">
                <a:solidFill>
                  <a:srgbClr val="202935"/>
                </a:solidFill>
                <a:latin typeface="Arial"/>
                <a:ea typeface="Arial"/>
                <a:cs typeface="Arial"/>
              </a:defRPr>
            </a:lvl5pPr>
            <a:lvl6pPr algn="l">
              <a:defRPr sz="1425" b="0">
                <a:solidFill>
                  <a:srgbClr val="202935"/>
                </a:solidFill>
                <a:latin typeface="Arial"/>
                <a:ea typeface="Arial"/>
                <a:cs typeface="Arial"/>
              </a:defRPr>
            </a:lvl6pPr>
            <a:lvl7pPr algn="l">
              <a:defRPr sz="1425" b="0">
                <a:solidFill>
                  <a:srgbClr val="202935"/>
                </a:solidFill>
                <a:latin typeface="Arial"/>
                <a:ea typeface="Arial"/>
                <a:cs typeface="Arial"/>
              </a:defRPr>
            </a:lvl7pPr>
            <a:lvl8pPr algn="l">
              <a:defRPr sz="1425" b="0">
                <a:solidFill>
                  <a:srgbClr val="202935"/>
                </a:solidFill>
                <a:latin typeface="Arial"/>
                <a:ea typeface="Arial"/>
                <a:cs typeface="Arial"/>
              </a:defRPr>
            </a:lvl8pPr>
            <a:lvl9pPr algn="l">
              <a:defRPr sz="1425" b="0">
                <a:solidFill>
                  <a:srgbClr val="202935"/>
                </a:solidFill>
                <a:latin typeface="Arial"/>
                <a:ea typeface="Arial"/>
                <a:cs typeface="Arial"/>
              </a:defRPr>
            </a:lvl9pPr>
          </a:lstStyle>
          <a:p xmlns:a="http://schemas.openxmlformats.org/drawingml/2006/main">
            <a:pPr algn="l">
              <a:defRPr sz="1425" b="0">
                <a:solidFill>
                  <a:srgbClr val="202935"/>
                </a:solidFill>
                <a:latin typeface="Arial"/>
                <a:ea typeface="Arial"/>
                <a:cs typeface="Arial"/>
              </a:defRPr>
            </a:pPr>
            <a:r>
              <a:rPr sz="1425" b="0">
                <a:solidFill>
                  <a:srgbClr val="202935"/>
                </a:solidFill>
                <a:latin typeface="Arial"/>
                <a:ea typeface="Arial"/>
                <a:cs typeface="Arial"/>
              </a:rPr>
              <a:t>POST /documents/search-safe · /search-debug</a:t>
            </a:r>
          </a:p>
        </p:txBody>
      </p:sp>
      <p:sp>
        <p:nvSpPr>
          <p:cNvPr id="28" name="">
            <a:extLst xmlns:a="http://schemas.openxmlformats.org/drawingml/2006/main">
              <a:ext uri="{FF2B5EF4-FFF2-40B4-BE49-F238E27FC236}">
                <a16:creationId xmlns:a16="http://schemas.microsoft.com/office/drawing/2014/main" id="{0A84A5DF-23B2-4776-9CFB-D0713A3F4DC7}"/>
              </a:ext>
            </a:extLst>
          </p:cNvPr>
          <p:cNvSpPr>
            <a:spLocks xmlns:a="http://schemas.openxmlformats.org/drawingml/2006/main" noGrp="1"/>
          </p:cNvSpPr>
          <p:nvPr/>
        </p:nvSpPr>
        <p:spPr>
          <a:xfrm xmlns:a="http://schemas.openxmlformats.org/drawingml/2006/main">
            <a:off x="5467350" y="4972050"/>
            <a:ext cx="2305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ROLE_USER</a:t>
            </a:r>
          </a:p>
        </p:txBody>
      </p:sp>
      <p:sp>
        <p:nvSpPr>
          <p:cNvPr id="29" name="">
            <a:extLst xmlns:a="http://schemas.openxmlformats.org/drawingml/2006/main">
              <a:ext uri="{FF2B5EF4-FFF2-40B4-BE49-F238E27FC236}">
                <a16:creationId xmlns:a16="http://schemas.microsoft.com/office/drawing/2014/main" id="{0D2653D3-CB4E-4F27-830E-A3C7740D191B}"/>
              </a:ext>
            </a:extLst>
          </p:cNvPr>
          <p:cNvSpPr>
            <a:spLocks xmlns:a="http://schemas.openxmlformats.org/drawingml/2006/main" noGrp="1"/>
          </p:cNvSpPr>
          <p:nvPr/>
        </p:nvSpPr>
        <p:spPr>
          <a:xfrm xmlns:a="http://schemas.openxmlformats.org/drawingml/2006/main">
            <a:off x="8001000" y="4972050"/>
            <a:ext cx="32480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Vergleich und Debug-Ausgabe</a:t>
            </a:r>
          </a:p>
        </p:txBody>
      </p:sp>
      <p:sp>
        <p:nvSpPr>
          <p:cNvPr id="30" name="">
            <a:extLst xmlns:a="http://schemas.openxmlformats.org/drawingml/2006/main">
              <a:ext uri="{FF2B5EF4-FFF2-40B4-BE49-F238E27FC236}">
                <a16:creationId xmlns:a16="http://schemas.microsoft.com/office/drawing/2014/main" id="{1B3BB093-DA05-4352-A1DD-BEBB89C3A549}"/>
              </a:ext>
            </a:extLst>
          </p:cNvPr>
          <p:cNvSpPr>
            <a:spLocks xmlns:a="http://schemas.openxmlformats.org/drawingml/2006/main" noGrp="1"/>
          </p:cNvSpPr>
          <p:nvPr/>
        </p:nvSpPr>
        <p:spPr>
          <a:xfrm xmlns:a="http://schemas.openxmlformats.org/drawingml/2006/main">
            <a:off x="781050" y="5667375"/>
            <a:ext cx="105537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31" name="">
            <a:extLst xmlns:a="http://schemas.openxmlformats.org/drawingml/2006/main">
              <a:ext uri="{FF2B5EF4-FFF2-40B4-BE49-F238E27FC236}">
                <a16:creationId xmlns:a16="http://schemas.microsoft.com/office/drawing/2014/main" id="{10E0586E-1C5C-44FF-878D-865419A4FF4D}"/>
              </a:ext>
            </a:extLst>
          </p:cNvPr>
          <p:cNvSpPr>
            <a:spLocks xmlns:a="http://schemas.openxmlformats.org/drawingml/2006/main" noGrp="1"/>
          </p:cNvSpPr>
          <p:nvPr/>
        </p:nvSpPr>
        <p:spPr>
          <a:xfrm xmlns:a="http://schemas.openxmlformats.org/drawingml/2006/main">
            <a:off x="876300" y="5762625"/>
            <a:ext cx="10287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C55A2B"/>
                </a:solidFill>
                <a:latin typeface="Arial"/>
                <a:ea typeface="Arial"/>
                <a:cs typeface="Arial"/>
              </a:defRPr>
            </a:defPPr>
            <a:lvl1pPr algn="l">
              <a:defRPr sz="1275" b="1">
                <a:solidFill>
                  <a:srgbClr val="C55A2B"/>
                </a:solidFill>
                <a:latin typeface="Arial"/>
                <a:ea typeface="Arial"/>
                <a:cs typeface="Arial"/>
              </a:defRPr>
            </a:lvl1pPr>
            <a:lvl2pPr algn="l">
              <a:defRPr sz="1275" b="1">
                <a:solidFill>
                  <a:srgbClr val="C55A2B"/>
                </a:solidFill>
                <a:latin typeface="Arial"/>
                <a:ea typeface="Arial"/>
                <a:cs typeface="Arial"/>
              </a:defRPr>
            </a:lvl2pPr>
            <a:lvl3pPr algn="l">
              <a:defRPr sz="1275" b="1">
                <a:solidFill>
                  <a:srgbClr val="C55A2B"/>
                </a:solidFill>
                <a:latin typeface="Arial"/>
                <a:ea typeface="Arial"/>
                <a:cs typeface="Arial"/>
              </a:defRPr>
            </a:lvl3pPr>
            <a:lvl4pPr algn="l">
              <a:defRPr sz="1275" b="1">
                <a:solidFill>
                  <a:srgbClr val="C55A2B"/>
                </a:solidFill>
                <a:latin typeface="Arial"/>
                <a:ea typeface="Arial"/>
                <a:cs typeface="Arial"/>
              </a:defRPr>
            </a:lvl4pPr>
            <a:lvl5pPr algn="l">
              <a:defRPr sz="1275" b="1">
                <a:solidFill>
                  <a:srgbClr val="C55A2B"/>
                </a:solidFill>
                <a:latin typeface="Arial"/>
                <a:ea typeface="Arial"/>
                <a:cs typeface="Arial"/>
              </a:defRPr>
            </a:lvl5pPr>
            <a:lvl6pPr algn="l">
              <a:defRPr sz="1275" b="1">
                <a:solidFill>
                  <a:srgbClr val="C55A2B"/>
                </a:solidFill>
                <a:latin typeface="Arial"/>
                <a:ea typeface="Arial"/>
                <a:cs typeface="Arial"/>
              </a:defRPr>
            </a:lvl6pPr>
            <a:lvl7pPr algn="l">
              <a:defRPr sz="1275" b="1">
                <a:solidFill>
                  <a:srgbClr val="C55A2B"/>
                </a:solidFill>
                <a:latin typeface="Arial"/>
                <a:ea typeface="Arial"/>
                <a:cs typeface="Arial"/>
              </a:defRPr>
            </a:lvl7pPr>
            <a:lvl8pPr algn="l">
              <a:defRPr sz="1275" b="1">
                <a:solidFill>
                  <a:srgbClr val="C55A2B"/>
                </a:solidFill>
                <a:latin typeface="Arial"/>
                <a:ea typeface="Arial"/>
                <a:cs typeface="Arial"/>
              </a:defRPr>
            </a:lvl8pPr>
            <a:lvl9pPr algn="l">
              <a:defRPr sz="1275" b="1">
                <a:solidFill>
                  <a:srgbClr val="C55A2B"/>
                </a:solidFill>
                <a:latin typeface="Arial"/>
                <a:ea typeface="Arial"/>
                <a:cs typeface="Arial"/>
              </a:defRPr>
            </a:lvl9pPr>
          </a:lstStyle>
          <a:p xmlns:a="http://schemas.openxmlformats.org/drawingml/2006/main">
            <a:pPr algn="l">
              <a:defRPr sz="1275" b="1">
                <a:solidFill>
                  <a:srgbClr val="C55A2B"/>
                </a:solidFill>
                <a:latin typeface="Arial"/>
                <a:ea typeface="Arial"/>
                <a:cs typeface="Arial"/>
              </a:defRPr>
            </a:pPr>
            <a:r>
              <a:rPr sz="1275" b="1">
                <a:solidFill>
                  <a:srgbClr val="C55A2B"/>
                </a:solidFill>
                <a:latin typeface="Arial"/>
                <a:ea typeface="Arial"/>
                <a:cs typeface="Arial"/>
              </a:rPr>
              <a:t>* Die Admin-Regel ist beabsichtigt; CVE-2025-22223 verhindert ihre Wirkung auf den Listenmethoden.</a:t>
            </a:r>
          </a:p>
        </p:txBody>
      </p:sp>
    </p:spTree>
    <p:extLst>
      <p:ext uri="{BB962C8B-B14F-4D97-AF65-F5344CB8AC3E}">
        <p14:creationId xmlns:p14="http://schemas.microsoft.com/office/powerpoint/2010/main" val="1049616082"/>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613A397-2F0D-4069-96A5-3E4832D41171}"/>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53367E4D-F0B1-4505-9DE1-5846A01AA175}"/>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CVE-2025-22223: Die Admin-Regel wird übersehen</a:t>
            </a:r>
          </a:p>
        </p:txBody>
      </p:sp>
      <p:sp>
        <p:nvSpPr>
          <p:cNvPr id="3" name="">
            <a:extLst xmlns:a="http://schemas.openxmlformats.org/drawingml/2006/main">
              <a:ext uri="{FF2B5EF4-FFF2-40B4-BE49-F238E27FC236}">
                <a16:creationId xmlns:a16="http://schemas.microsoft.com/office/drawing/2014/main" id="{35F6DABE-2BA1-493C-8AC2-C8E5DF6F9E0A}"/>
              </a:ext>
            </a:extLst>
          </p:cNvPr>
          <p:cNvSpPr>
            <a:spLocks xmlns:a="http://schemas.openxmlformats.org/drawingml/2006/main" noGrp="1"/>
          </p:cNvSpPr>
          <p:nvPr/>
        </p:nvSpPr>
        <p:spPr>
          <a:xfrm xmlns:a="http://schemas.openxmlformats.org/drawingml/2006/main">
            <a:off x="895350" y="11049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D6872"/>
                </a:solidFill>
                <a:latin typeface="Arial"/>
                <a:ea typeface="Arial"/>
                <a:cs typeface="Arial"/>
              </a:defRPr>
            </a:defPPr>
            <a:lvl1pPr algn="l">
              <a:defRPr sz="1650" b="0">
                <a:solidFill>
                  <a:srgbClr val="5D6872"/>
                </a:solidFill>
                <a:latin typeface="Arial"/>
                <a:ea typeface="Arial"/>
                <a:cs typeface="Arial"/>
              </a:defRPr>
            </a:lvl1pPr>
            <a:lvl2pPr algn="l">
              <a:defRPr sz="1650" b="0">
                <a:solidFill>
                  <a:srgbClr val="5D6872"/>
                </a:solidFill>
                <a:latin typeface="Arial"/>
                <a:ea typeface="Arial"/>
                <a:cs typeface="Arial"/>
              </a:defRPr>
            </a:lvl2pPr>
            <a:lvl3pPr algn="l">
              <a:defRPr sz="1650" b="0">
                <a:solidFill>
                  <a:srgbClr val="5D6872"/>
                </a:solidFill>
                <a:latin typeface="Arial"/>
                <a:ea typeface="Arial"/>
                <a:cs typeface="Arial"/>
              </a:defRPr>
            </a:lvl3pPr>
            <a:lvl4pPr algn="l">
              <a:defRPr sz="1650" b="0">
                <a:solidFill>
                  <a:srgbClr val="5D6872"/>
                </a:solidFill>
                <a:latin typeface="Arial"/>
                <a:ea typeface="Arial"/>
                <a:cs typeface="Arial"/>
              </a:defRPr>
            </a:lvl4pPr>
            <a:lvl5pPr algn="l">
              <a:defRPr sz="1650" b="0">
                <a:solidFill>
                  <a:srgbClr val="5D6872"/>
                </a:solidFill>
                <a:latin typeface="Arial"/>
                <a:ea typeface="Arial"/>
                <a:cs typeface="Arial"/>
              </a:defRPr>
            </a:lvl5pPr>
            <a:lvl6pPr algn="l">
              <a:defRPr sz="1650" b="0">
                <a:solidFill>
                  <a:srgbClr val="5D6872"/>
                </a:solidFill>
                <a:latin typeface="Arial"/>
                <a:ea typeface="Arial"/>
                <a:cs typeface="Arial"/>
              </a:defRPr>
            </a:lvl6pPr>
            <a:lvl7pPr algn="l">
              <a:defRPr sz="1650" b="0">
                <a:solidFill>
                  <a:srgbClr val="5D6872"/>
                </a:solidFill>
                <a:latin typeface="Arial"/>
                <a:ea typeface="Arial"/>
                <a:cs typeface="Arial"/>
              </a:defRPr>
            </a:lvl7pPr>
            <a:lvl8pPr algn="l">
              <a:defRPr sz="1650" b="0">
                <a:solidFill>
                  <a:srgbClr val="5D6872"/>
                </a:solidFill>
                <a:latin typeface="Arial"/>
                <a:ea typeface="Arial"/>
                <a:cs typeface="Arial"/>
              </a:defRPr>
            </a:lvl8pPr>
            <a:lvl9pPr algn="l">
              <a:defRPr sz="1650" b="0">
                <a:solidFill>
                  <a:srgbClr val="5D6872"/>
                </a:solidFill>
                <a:latin typeface="Arial"/>
                <a:ea typeface="Arial"/>
                <a:cs typeface="Arial"/>
              </a:defRPr>
            </a:lvl9pPr>
          </a:lstStyle>
          <a:p xmlns:a="http://schemas.openxmlformats.org/drawingml/2006/main">
            <a:pPr algn="l">
              <a:defRPr sz="1650" b="0">
                <a:solidFill>
                  <a:srgbClr val="5D6872"/>
                </a:solidFill>
                <a:latin typeface="Arial"/>
                <a:ea typeface="Arial"/>
                <a:cs typeface="Arial"/>
              </a:defRPr>
            </a:pPr>
            <a:r>
              <a:rPr sz="1650" b="0">
                <a:solidFill>
                  <a:srgbClr val="5D6872"/>
                </a:solidFill>
                <a:latin typeface="Arial"/>
                <a:ea typeface="Arial"/>
                <a:cs typeface="Arial"/>
              </a:rPr>
              <a:t>Spring Security 6.4.3 · Method Security auf einem generischen Interface</a:t>
            </a:r>
          </a:p>
        </p:txBody>
      </p:sp>
      <p:sp>
        <p:nvSpPr>
          <p:cNvPr id="4" name="">
            <a:extLst xmlns:a="http://schemas.openxmlformats.org/drawingml/2006/main">
              <a:ext uri="{FF2B5EF4-FFF2-40B4-BE49-F238E27FC236}">
                <a16:creationId xmlns:a16="http://schemas.microsoft.com/office/drawing/2014/main" id="{AD0EF5DD-1371-430E-A1A6-23CE81A18525}"/>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E0907C50-2E7D-483B-BCFD-F923D82D4C6F}"/>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6" name="">
            <a:extLst xmlns:a="http://schemas.openxmlformats.org/drawingml/2006/main">
              <a:ext uri="{FF2B5EF4-FFF2-40B4-BE49-F238E27FC236}">
                <a16:creationId xmlns:a16="http://schemas.microsoft.com/office/drawing/2014/main" id="{841DC017-5E50-420B-8DAA-87FA8CEEBCE0}"/>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C7B703BC-97C1-44DE-97B6-E9016980B7F7}"/>
              </a:ext>
            </a:extLst>
          </p:cNvPr>
          <p:cNvSpPr>
            <a:spLocks xmlns:a="http://schemas.openxmlformats.org/drawingml/2006/main" noGrp="1"/>
          </p:cNvSpPr>
          <p:nvPr/>
        </p:nvSpPr>
        <p:spPr>
          <a:xfrm xmlns:a="http://schemas.openxmlformats.org/drawingml/2006/main">
            <a:off x="781050" y="1819275"/>
            <a:ext cx="5762625"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2D3E917D-8830-438A-8918-9783DFAC19BB}"/>
              </a:ext>
            </a:extLst>
          </p:cNvPr>
          <p:cNvSpPr>
            <a:spLocks xmlns:a="http://schemas.openxmlformats.org/drawingml/2006/main" noGrp="1"/>
          </p:cNvSpPr>
          <p:nvPr/>
        </p:nvSpPr>
        <p:spPr>
          <a:xfrm xmlns:a="http://schemas.openxmlformats.org/drawingml/2006/main">
            <a:off x="1000125" y="20002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AdminQuery&lt;F, R&gt;</a:t>
            </a:r>
          </a:p>
        </p:txBody>
      </p:sp>
      <p:sp>
        <p:nvSpPr>
          <p:cNvPr id="9" name="">
            <a:extLst xmlns:a="http://schemas.openxmlformats.org/drawingml/2006/main">
              <a:ext uri="{FF2B5EF4-FFF2-40B4-BE49-F238E27FC236}">
                <a16:creationId xmlns:a16="http://schemas.microsoft.com/office/drawing/2014/main" id="{02367B26-0C2C-4C73-A9F2-DECFD91431FE}"/>
              </a:ext>
            </a:extLst>
          </p:cNvPr>
          <p:cNvSpPr>
            <a:spLocks xmlns:a="http://schemas.openxmlformats.org/drawingml/2006/main" noGrp="1"/>
          </p:cNvSpPr>
          <p:nvPr/>
        </p:nvSpPr>
        <p:spPr>
          <a:xfrm xmlns:a="http://schemas.openxmlformats.org/drawingml/2006/main">
            <a:off x="1000125" y="2466975"/>
            <a:ext cx="5238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@PreAuthorize("hasRole('ADMIN')")</a:t>
            </a:r>
          </a:p>
          <a:p xmlns:a="http://schemas.openxmlformats.org/drawingml/2006/main">
            <a:pPr algn="l">
              <a:defRPr sz="1725" b="1">
                <a:solidFill>
                  <a:srgbClr val="202935"/>
                </a:solidFill>
                <a:latin typeface="Arial"/>
                <a:ea typeface="Arial"/>
                <a:cs typeface="Arial"/>
              </a:defRPr>
            </a:pPr>
            <a:r>
              <a:rPr sz="1725" b="1">
                <a:solidFill>
                  <a:srgbClr val="202935"/>
                </a:solidFill>
                <a:latin typeface="Arial"/>
                <a:ea typeface="Arial"/>
                <a:cs typeface="Arial"/>
              </a:rPr>
              <a:t>List&lt;R&gt; list(...);</a:t>
            </a:r>
          </a:p>
        </p:txBody>
      </p:sp>
      <p:sp>
        <p:nvSpPr>
          <p:cNvPr id="10" name="">
            <a:extLst xmlns:a="http://schemas.openxmlformats.org/drawingml/2006/main">
              <a:ext uri="{FF2B5EF4-FFF2-40B4-BE49-F238E27FC236}">
                <a16:creationId xmlns:a16="http://schemas.microsoft.com/office/drawing/2014/main" id="{B8885343-40E3-4280-BF2A-9B6C1F473C5B}"/>
              </a:ext>
            </a:extLst>
          </p:cNvPr>
          <p:cNvSpPr>
            <a:spLocks xmlns:a="http://schemas.openxmlformats.org/drawingml/2006/main" noGrp="1"/>
          </p:cNvSpPr>
          <p:nvPr/>
        </p:nvSpPr>
        <p:spPr>
          <a:xfrm xmlns:a="http://schemas.openxmlformats.org/drawingml/2006/main">
            <a:off x="1000125" y="3524250"/>
            <a:ext cx="5286375"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1C7AC1EA-BFAF-4B65-8B6B-B21CBF2EF93A}"/>
              </a:ext>
            </a:extLst>
          </p:cNvPr>
          <p:cNvSpPr>
            <a:spLocks xmlns:a="http://schemas.openxmlformats.org/drawingml/2006/main" noGrp="1"/>
          </p:cNvSpPr>
          <p:nvPr/>
        </p:nvSpPr>
        <p:spPr>
          <a:xfrm xmlns:a="http://schemas.openxmlformats.org/drawingml/2006/main">
            <a:off x="1000125" y="3695700"/>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UserController implements AdminQuery&lt;…&gt;</a:t>
            </a:r>
          </a:p>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list(...) ohne eigene Annotation</a:t>
            </a:r>
          </a:p>
        </p:txBody>
      </p:sp>
      <p:sp>
        <p:nvSpPr>
          <p:cNvPr id="12" name="">
            <a:extLst xmlns:a="http://schemas.openxmlformats.org/drawingml/2006/main">
              <a:ext uri="{FF2B5EF4-FFF2-40B4-BE49-F238E27FC236}">
                <a16:creationId xmlns:a16="http://schemas.microsoft.com/office/drawing/2014/main" id="{7EAED79C-BDB0-4C9E-A3FD-A602BB90BF04}"/>
              </a:ext>
            </a:extLst>
          </p:cNvPr>
          <p:cNvSpPr>
            <a:spLocks xmlns:a="http://schemas.openxmlformats.org/drawingml/2006/main" noGrp="1"/>
          </p:cNvSpPr>
          <p:nvPr/>
        </p:nvSpPr>
        <p:spPr>
          <a:xfrm xmlns:a="http://schemas.openxmlformats.org/drawingml/2006/main">
            <a:off x="6991350" y="1838325"/>
            <a:ext cx="42291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3" name="">
            <a:extLst xmlns:a="http://schemas.openxmlformats.org/drawingml/2006/main">
              <a:ext uri="{FF2B5EF4-FFF2-40B4-BE49-F238E27FC236}">
                <a16:creationId xmlns:a16="http://schemas.microsoft.com/office/drawing/2014/main" id="{17A2587B-E95B-4A4A-88B6-3E4732BB9FB2}"/>
              </a:ext>
            </a:extLst>
          </p:cNvPr>
          <p:cNvSpPr>
            <a:spLocks xmlns:a="http://schemas.openxmlformats.org/drawingml/2006/main" noGrp="1"/>
          </p:cNvSpPr>
          <p:nvPr/>
        </p:nvSpPr>
        <p:spPr>
          <a:xfrm xmlns:a="http://schemas.openxmlformats.org/drawingml/2006/main">
            <a:off x="7153275" y="196215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C3DEB2E8-91A7-4DF8-9488-DE4BA0997897}"/>
              </a:ext>
            </a:extLst>
          </p:cNvPr>
          <p:cNvSpPr>
            <a:spLocks xmlns:a="http://schemas.openxmlformats.org/drawingml/2006/main" noGrp="1"/>
          </p:cNvSpPr>
          <p:nvPr/>
        </p:nvSpPr>
        <p:spPr>
          <a:xfrm xmlns:a="http://schemas.openxmlformats.org/drawingml/2006/main">
            <a:off x="7581900" y="1924050"/>
            <a:ext cx="3314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202935"/>
                </a:solidFill>
                <a:latin typeface="Arial"/>
                <a:ea typeface="Arial"/>
                <a:cs typeface="Arial"/>
              </a:defRPr>
            </a:defPPr>
            <a:lvl1pPr algn="l">
              <a:defRPr sz="1500" b="1">
                <a:solidFill>
                  <a:srgbClr val="202935"/>
                </a:solidFill>
                <a:latin typeface="Arial"/>
                <a:ea typeface="Arial"/>
                <a:cs typeface="Arial"/>
              </a:defRPr>
            </a:lvl1pPr>
            <a:lvl2pPr algn="l">
              <a:defRPr sz="1500" b="1">
                <a:solidFill>
                  <a:srgbClr val="202935"/>
                </a:solidFill>
                <a:latin typeface="Arial"/>
                <a:ea typeface="Arial"/>
                <a:cs typeface="Arial"/>
              </a:defRPr>
            </a:lvl2pPr>
            <a:lvl3pPr algn="l">
              <a:defRPr sz="1500" b="1">
                <a:solidFill>
                  <a:srgbClr val="202935"/>
                </a:solidFill>
                <a:latin typeface="Arial"/>
                <a:ea typeface="Arial"/>
                <a:cs typeface="Arial"/>
              </a:defRPr>
            </a:lvl3pPr>
            <a:lvl4pPr algn="l">
              <a:defRPr sz="1500" b="1">
                <a:solidFill>
                  <a:srgbClr val="202935"/>
                </a:solidFill>
                <a:latin typeface="Arial"/>
                <a:ea typeface="Arial"/>
                <a:cs typeface="Arial"/>
              </a:defRPr>
            </a:lvl4pPr>
            <a:lvl5pPr algn="l">
              <a:defRPr sz="1500" b="1">
                <a:solidFill>
                  <a:srgbClr val="202935"/>
                </a:solidFill>
                <a:latin typeface="Arial"/>
                <a:ea typeface="Arial"/>
                <a:cs typeface="Arial"/>
              </a:defRPr>
            </a:lvl5pPr>
            <a:lvl6pPr algn="l">
              <a:defRPr sz="1500" b="1">
                <a:solidFill>
                  <a:srgbClr val="202935"/>
                </a:solidFill>
                <a:latin typeface="Arial"/>
                <a:ea typeface="Arial"/>
                <a:cs typeface="Arial"/>
              </a:defRPr>
            </a:lvl6pPr>
            <a:lvl7pPr algn="l">
              <a:defRPr sz="1500" b="1">
                <a:solidFill>
                  <a:srgbClr val="202935"/>
                </a:solidFill>
                <a:latin typeface="Arial"/>
                <a:ea typeface="Arial"/>
                <a:cs typeface="Arial"/>
              </a:defRPr>
            </a:lvl7pPr>
            <a:lvl8pPr algn="l">
              <a:defRPr sz="1500" b="1">
                <a:solidFill>
                  <a:srgbClr val="202935"/>
                </a:solidFill>
                <a:latin typeface="Arial"/>
                <a:ea typeface="Arial"/>
                <a:cs typeface="Arial"/>
              </a:defRPr>
            </a:lvl8pPr>
            <a:lvl9pPr algn="l">
              <a:defRPr sz="1500" b="1">
                <a:solidFill>
                  <a:srgbClr val="202935"/>
                </a:solidFill>
                <a:latin typeface="Arial"/>
                <a:ea typeface="Arial"/>
                <a:cs typeface="Arial"/>
              </a:defRPr>
            </a:lvl9pPr>
          </a:lstStyle>
          <a:p xmlns:a="http://schemas.openxmlformats.org/drawingml/2006/main">
            <a:pPr algn="l">
              <a:defRPr sz="1500" b="1">
                <a:solidFill>
                  <a:srgbClr val="202935"/>
                </a:solidFill>
                <a:latin typeface="Arial"/>
                <a:ea typeface="Arial"/>
                <a:cs typeface="Arial"/>
              </a:defRPr>
            </a:pPr>
            <a:r>
              <a:rPr sz="1500" b="1">
                <a:solidFill>
                  <a:srgbClr val="202935"/>
                </a:solidFill>
                <a:latin typeface="Arial"/>
                <a:ea typeface="Arial"/>
                <a:cs typeface="Arial"/>
              </a:rPr>
              <a:t>HTTP-Filter</a:t>
            </a:r>
          </a:p>
        </p:txBody>
      </p:sp>
      <p:sp>
        <p:nvSpPr>
          <p:cNvPr id="15" name="">
            <a:extLst xmlns:a="http://schemas.openxmlformats.org/drawingml/2006/main">
              <a:ext uri="{FF2B5EF4-FFF2-40B4-BE49-F238E27FC236}">
                <a16:creationId xmlns:a16="http://schemas.microsoft.com/office/drawing/2014/main" id="{03300D4A-4703-4FFC-AEA5-2CB795927180}"/>
              </a:ext>
            </a:extLst>
          </p:cNvPr>
          <p:cNvSpPr>
            <a:spLocks xmlns:a="http://schemas.openxmlformats.org/drawingml/2006/main" noGrp="1"/>
          </p:cNvSpPr>
          <p:nvPr/>
        </p:nvSpPr>
        <p:spPr>
          <a:xfrm xmlns:a="http://schemas.openxmlformats.org/drawingml/2006/main">
            <a:off x="7581900" y="2219325"/>
            <a:ext cx="3314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Anmeldung bleibt erforderlich.</a:t>
            </a:r>
          </a:p>
        </p:txBody>
      </p:sp>
      <p:sp>
        <p:nvSpPr>
          <p:cNvPr id="16" name="">
            <a:extLst xmlns:a="http://schemas.openxmlformats.org/drawingml/2006/main">
              <a:ext uri="{FF2B5EF4-FFF2-40B4-BE49-F238E27FC236}">
                <a16:creationId xmlns:a16="http://schemas.microsoft.com/office/drawing/2014/main" id="{37B34D45-6275-4720-ABD2-2C65C884B9A2}"/>
              </a:ext>
            </a:extLst>
          </p:cNvPr>
          <p:cNvSpPr>
            <a:spLocks xmlns:a="http://schemas.openxmlformats.org/drawingml/2006/main" noGrp="1"/>
          </p:cNvSpPr>
          <p:nvPr/>
        </p:nvSpPr>
        <p:spPr>
          <a:xfrm xmlns:a="http://schemas.openxmlformats.org/drawingml/2006/main">
            <a:off x="6991350" y="2886075"/>
            <a:ext cx="42291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7" name="">
            <a:extLst xmlns:a="http://schemas.openxmlformats.org/drawingml/2006/main">
              <a:ext uri="{FF2B5EF4-FFF2-40B4-BE49-F238E27FC236}">
                <a16:creationId xmlns:a16="http://schemas.microsoft.com/office/drawing/2014/main" id="{14799192-2B1B-4072-8938-743EA2FBA65F}"/>
              </a:ext>
            </a:extLst>
          </p:cNvPr>
          <p:cNvSpPr>
            <a:spLocks xmlns:a="http://schemas.openxmlformats.org/drawingml/2006/main" noGrp="1"/>
          </p:cNvSpPr>
          <p:nvPr/>
        </p:nvSpPr>
        <p:spPr>
          <a:xfrm xmlns:a="http://schemas.openxmlformats.org/drawingml/2006/main">
            <a:off x="7153275" y="30099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B364F315-71D0-4933-B529-CE0E420F7A46}"/>
              </a:ext>
            </a:extLst>
          </p:cNvPr>
          <p:cNvSpPr>
            <a:spLocks xmlns:a="http://schemas.openxmlformats.org/drawingml/2006/main" noGrp="1"/>
          </p:cNvSpPr>
          <p:nvPr/>
        </p:nvSpPr>
        <p:spPr>
          <a:xfrm xmlns:a="http://schemas.openxmlformats.org/drawingml/2006/main">
            <a:off x="7581900" y="2971800"/>
            <a:ext cx="3314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202935"/>
                </a:solidFill>
                <a:latin typeface="Arial"/>
                <a:ea typeface="Arial"/>
                <a:cs typeface="Arial"/>
              </a:defRPr>
            </a:defPPr>
            <a:lvl1pPr algn="l">
              <a:defRPr sz="1500" b="1">
                <a:solidFill>
                  <a:srgbClr val="202935"/>
                </a:solidFill>
                <a:latin typeface="Arial"/>
                <a:ea typeface="Arial"/>
                <a:cs typeface="Arial"/>
              </a:defRPr>
            </a:lvl1pPr>
            <a:lvl2pPr algn="l">
              <a:defRPr sz="1500" b="1">
                <a:solidFill>
                  <a:srgbClr val="202935"/>
                </a:solidFill>
                <a:latin typeface="Arial"/>
                <a:ea typeface="Arial"/>
                <a:cs typeface="Arial"/>
              </a:defRPr>
            </a:lvl2pPr>
            <a:lvl3pPr algn="l">
              <a:defRPr sz="1500" b="1">
                <a:solidFill>
                  <a:srgbClr val="202935"/>
                </a:solidFill>
                <a:latin typeface="Arial"/>
                <a:ea typeface="Arial"/>
                <a:cs typeface="Arial"/>
              </a:defRPr>
            </a:lvl3pPr>
            <a:lvl4pPr algn="l">
              <a:defRPr sz="1500" b="1">
                <a:solidFill>
                  <a:srgbClr val="202935"/>
                </a:solidFill>
                <a:latin typeface="Arial"/>
                <a:ea typeface="Arial"/>
                <a:cs typeface="Arial"/>
              </a:defRPr>
            </a:lvl4pPr>
            <a:lvl5pPr algn="l">
              <a:defRPr sz="1500" b="1">
                <a:solidFill>
                  <a:srgbClr val="202935"/>
                </a:solidFill>
                <a:latin typeface="Arial"/>
                <a:ea typeface="Arial"/>
                <a:cs typeface="Arial"/>
              </a:defRPr>
            </a:lvl5pPr>
            <a:lvl6pPr algn="l">
              <a:defRPr sz="1500" b="1">
                <a:solidFill>
                  <a:srgbClr val="202935"/>
                </a:solidFill>
                <a:latin typeface="Arial"/>
                <a:ea typeface="Arial"/>
                <a:cs typeface="Arial"/>
              </a:defRPr>
            </a:lvl6pPr>
            <a:lvl7pPr algn="l">
              <a:defRPr sz="1500" b="1">
                <a:solidFill>
                  <a:srgbClr val="202935"/>
                </a:solidFill>
                <a:latin typeface="Arial"/>
                <a:ea typeface="Arial"/>
                <a:cs typeface="Arial"/>
              </a:defRPr>
            </a:lvl7pPr>
            <a:lvl8pPr algn="l">
              <a:defRPr sz="1500" b="1">
                <a:solidFill>
                  <a:srgbClr val="202935"/>
                </a:solidFill>
                <a:latin typeface="Arial"/>
                <a:ea typeface="Arial"/>
                <a:cs typeface="Arial"/>
              </a:defRPr>
            </a:lvl8pPr>
            <a:lvl9pPr algn="l">
              <a:defRPr sz="1500" b="1">
                <a:solidFill>
                  <a:srgbClr val="202935"/>
                </a:solidFill>
                <a:latin typeface="Arial"/>
                <a:ea typeface="Arial"/>
                <a:cs typeface="Arial"/>
              </a:defRPr>
            </a:lvl9pPr>
          </a:lstStyle>
          <a:p xmlns:a="http://schemas.openxmlformats.org/drawingml/2006/main">
            <a:pPr algn="l">
              <a:defRPr sz="1500" b="1">
                <a:solidFill>
                  <a:srgbClr val="202935"/>
                </a:solidFill>
                <a:latin typeface="Arial"/>
                <a:ea typeface="Arial"/>
                <a:cs typeface="Arial"/>
              </a:defRPr>
            </a:pPr>
            <a:r>
              <a:rPr sz="1500" b="1">
                <a:solidFill>
                  <a:srgbClr val="202935"/>
                </a:solidFill>
                <a:latin typeface="Arial"/>
                <a:ea typeface="Arial"/>
                <a:cs typeface="Arial"/>
              </a:rPr>
              <a:t>Methodenprüfung</a:t>
            </a:r>
          </a:p>
        </p:txBody>
      </p:sp>
      <p:sp>
        <p:nvSpPr>
          <p:cNvPr id="19" name="">
            <a:extLst xmlns:a="http://schemas.openxmlformats.org/drawingml/2006/main">
              <a:ext uri="{FF2B5EF4-FFF2-40B4-BE49-F238E27FC236}">
                <a16:creationId xmlns:a16="http://schemas.microsoft.com/office/drawing/2014/main" id="{E0F45D7B-A12F-44A4-AA9A-BDBC4E3B1697}"/>
              </a:ext>
            </a:extLst>
          </p:cNvPr>
          <p:cNvSpPr>
            <a:spLocks xmlns:a="http://schemas.openxmlformats.org/drawingml/2006/main" noGrp="1"/>
          </p:cNvSpPr>
          <p:nvPr/>
        </p:nvSpPr>
        <p:spPr>
          <a:xfrm xmlns:a="http://schemas.openxmlformats.org/drawingml/2006/main">
            <a:off x="7581900" y="3267075"/>
            <a:ext cx="3314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Geerbte Regel wird nicht gefunden.</a:t>
            </a:r>
          </a:p>
        </p:txBody>
      </p:sp>
      <p:sp>
        <p:nvSpPr>
          <p:cNvPr id="20" name="">
            <a:extLst xmlns:a="http://schemas.openxmlformats.org/drawingml/2006/main">
              <a:ext uri="{FF2B5EF4-FFF2-40B4-BE49-F238E27FC236}">
                <a16:creationId xmlns:a16="http://schemas.microsoft.com/office/drawing/2014/main" id="{CD4E50A9-AAC3-4800-AB99-A1F030051704}"/>
              </a:ext>
            </a:extLst>
          </p:cNvPr>
          <p:cNvSpPr>
            <a:spLocks xmlns:a="http://schemas.openxmlformats.org/drawingml/2006/main" noGrp="1"/>
          </p:cNvSpPr>
          <p:nvPr/>
        </p:nvSpPr>
        <p:spPr>
          <a:xfrm xmlns:a="http://schemas.openxmlformats.org/drawingml/2006/main">
            <a:off x="6991350" y="3933825"/>
            <a:ext cx="42291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21" name="">
            <a:extLst xmlns:a="http://schemas.openxmlformats.org/drawingml/2006/main">
              <a:ext uri="{FF2B5EF4-FFF2-40B4-BE49-F238E27FC236}">
                <a16:creationId xmlns:a16="http://schemas.microsoft.com/office/drawing/2014/main" id="{A3BFA2FC-E0F0-4012-AE1E-7A78104B8417}"/>
              </a:ext>
            </a:extLst>
          </p:cNvPr>
          <p:cNvSpPr>
            <a:spLocks xmlns:a="http://schemas.openxmlformats.org/drawingml/2006/main" noGrp="1"/>
          </p:cNvSpPr>
          <p:nvPr/>
        </p:nvSpPr>
        <p:spPr>
          <a:xfrm xmlns:a="http://schemas.openxmlformats.org/drawingml/2006/main">
            <a:off x="7153275" y="405765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0F0C415A-5F94-4C72-8957-E2B164A4B8F7}"/>
              </a:ext>
            </a:extLst>
          </p:cNvPr>
          <p:cNvSpPr>
            <a:spLocks xmlns:a="http://schemas.openxmlformats.org/drawingml/2006/main" noGrp="1"/>
          </p:cNvSpPr>
          <p:nvPr/>
        </p:nvSpPr>
        <p:spPr>
          <a:xfrm xmlns:a="http://schemas.openxmlformats.org/drawingml/2006/main">
            <a:off x="7581900" y="4019550"/>
            <a:ext cx="3314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202935"/>
                </a:solidFill>
                <a:latin typeface="Arial"/>
                <a:ea typeface="Arial"/>
                <a:cs typeface="Arial"/>
              </a:defRPr>
            </a:defPPr>
            <a:lvl1pPr algn="l">
              <a:defRPr sz="1500" b="1">
                <a:solidFill>
                  <a:srgbClr val="202935"/>
                </a:solidFill>
                <a:latin typeface="Arial"/>
                <a:ea typeface="Arial"/>
                <a:cs typeface="Arial"/>
              </a:defRPr>
            </a:lvl1pPr>
            <a:lvl2pPr algn="l">
              <a:defRPr sz="1500" b="1">
                <a:solidFill>
                  <a:srgbClr val="202935"/>
                </a:solidFill>
                <a:latin typeface="Arial"/>
                <a:ea typeface="Arial"/>
                <a:cs typeface="Arial"/>
              </a:defRPr>
            </a:lvl2pPr>
            <a:lvl3pPr algn="l">
              <a:defRPr sz="1500" b="1">
                <a:solidFill>
                  <a:srgbClr val="202935"/>
                </a:solidFill>
                <a:latin typeface="Arial"/>
                <a:ea typeface="Arial"/>
                <a:cs typeface="Arial"/>
              </a:defRPr>
            </a:lvl3pPr>
            <a:lvl4pPr algn="l">
              <a:defRPr sz="1500" b="1">
                <a:solidFill>
                  <a:srgbClr val="202935"/>
                </a:solidFill>
                <a:latin typeface="Arial"/>
                <a:ea typeface="Arial"/>
                <a:cs typeface="Arial"/>
              </a:defRPr>
            </a:lvl4pPr>
            <a:lvl5pPr algn="l">
              <a:defRPr sz="1500" b="1">
                <a:solidFill>
                  <a:srgbClr val="202935"/>
                </a:solidFill>
                <a:latin typeface="Arial"/>
                <a:ea typeface="Arial"/>
                <a:cs typeface="Arial"/>
              </a:defRPr>
            </a:lvl5pPr>
            <a:lvl6pPr algn="l">
              <a:defRPr sz="1500" b="1">
                <a:solidFill>
                  <a:srgbClr val="202935"/>
                </a:solidFill>
                <a:latin typeface="Arial"/>
                <a:ea typeface="Arial"/>
                <a:cs typeface="Arial"/>
              </a:defRPr>
            </a:lvl6pPr>
            <a:lvl7pPr algn="l">
              <a:defRPr sz="1500" b="1">
                <a:solidFill>
                  <a:srgbClr val="202935"/>
                </a:solidFill>
                <a:latin typeface="Arial"/>
                <a:ea typeface="Arial"/>
                <a:cs typeface="Arial"/>
              </a:defRPr>
            </a:lvl7pPr>
            <a:lvl8pPr algn="l">
              <a:defRPr sz="1500" b="1">
                <a:solidFill>
                  <a:srgbClr val="202935"/>
                </a:solidFill>
                <a:latin typeface="Arial"/>
                <a:ea typeface="Arial"/>
                <a:cs typeface="Arial"/>
              </a:defRPr>
            </a:lvl8pPr>
            <a:lvl9pPr algn="l">
              <a:defRPr sz="1500" b="1">
                <a:solidFill>
                  <a:srgbClr val="202935"/>
                </a:solidFill>
                <a:latin typeface="Arial"/>
                <a:ea typeface="Arial"/>
                <a:cs typeface="Arial"/>
              </a:defRPr>
            </a:lvl9pPr>
          </a:lstStyle>
          <a:p xmlns:a="http://schemas.openxmlformats.org/drawingml/2006/main">
            <a:pPr algn="l">
              <a:defRPr sz="1500" b="1">
                <a:solidFill>
                  <a:srgbClr val="202935"/>
                </a:solidFill>
                <a:latin typeface="Arial"/>
                <a:ea typeface="Arial"/>
                <a:cs typeface="Arial"/>
              </a:defRPr>
            </a:pPr>
            <a:r>
              <a:rPr sz="1500" b="1">
                <a:solidFill>
                  <a:srgbClr val="202935"/>
                </a:solidFill>
                <a:latin typeface="Arial"/>
                <a:ea typeface="Arial"/>
                <a:cs typeface="Arial"/>
              </a:rPr>
              <a:t>Ergebnis</a:t>
            </a:r>
          </a:p>
        </p:txBody>
      </p:sp>
      <p:sp>
        <p:nvSpPr>
          <p:cNvPr id="23" name="">
            <a:extLst xmlns:a="http://schemas.openxmlformats.org/drawingml/2006/main">
              <a:ext uri="{FF2B5EF4-FFF2-40B4-BE49-F238E27FC236}">
                <a16:creationId xmlns:a16="http://schemas.microsoft.com/office/drawing/2014/main" id="{44EDA0E2-A9B7-44D1-B88F-F9C83B78F1A9}"/>
              </a:ext>
            </a:extLst>
          </p:cNvPr>
          <p:cNvSpPr>
            <a:spLocks xmlns:a="http://schemas.openxmlformats.org/drawingml/2006/main" noGrp="1"/>
          </p:cNvSpPr>
          <p:nvPr/>
        </p:nvSpPr>
        <p:spPr>
          <a:xfrm xmlns:a="http://schemas.openxmlformats.org/drawingml/2006/main">
            <a:off x="7581900" y="4314825"/>
            <a:ext cx="3314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Normaler USER liest GET /users.</a:t>
            </a:r>
          </a:p>
        </p:txBody>
      </p:sp>
      <p:sp>
        <p:nvSpPr>
          <p:cNvPr id="24" name="">
            <a:extLst xmlns:a="http://schemas.openxmlformats.org/drawingml/2006/main">
              <a:ext uri="{FF2B5EF4-FFF2-40B4-BE49-F238E27FC236}">
                <a16:creationId xmlns:a16="http://schemas.microsoft.com/office/drawing/2014/main" id="{BF58AA9A-59F2-42ED-89E8-60E9DCE4C46A}"/>
              </a:ext>
            </a:extLst>
          </p:cNvPr>
          <p:cNvSpPr>
            <a:spLocks xmlns:a="http://schemas.openxmlformats.org/drawingml/2006/main" noGrp="1"/>
          </p:cNvSpPr>
          <p:nvPr/>
        </p:nvSpPr>
        <p:spPr>
          <a:xfrm xmlns:a="http://schemas.openxmlformats.org/drawingml/2006/main">
            <a:off x="866775" y="5248275"/>
            <a:ext cx="10401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C55A2B"/>
                </a:solidFill>
                <a:latin typeface="Arial"/>
                <a:ea typeface="Arial"/>
                <a:cs typeface="Arial"/>
              </a:defRPr>
            </a:defPPr>
            <a:lvl1pPr algn="l">
              <a:defRPr sz="1575" b="1">
                <a:solidFill>
                  <a:srgbClr val="C55A2B"/>
                </a:solidFill>
                <a:latin typeface="Arial"/>
                <a:ea typeface="Arial"/>
                <a:cs typeface="Arial"/>
              </a:defRPr>
            </a:lvl1pPr>
            <a:lvl2pPr algn="l">
              <a:defRPr sz="1575" b="1">
                <a:solidFill>
                  <a:srgbClr val="C55A2B"/>
                </a:solidFill>
                <a:latin typeface="Arial"/>
                <a:ea typeface="Arial"/>
                <a:cs typeface="Arial"/>
              </a:defRPr>
            </a:lvl2pPr>
            <a:lvl3pPr algn="l">
              <a:defRPr sz="1575" b="1">
                <a:solidFill>
                  <a:srgbClr val="C55A2B"/>
                </a:solidFill>
                <a:latin typeface="Arial"/>
                <a:ea typeface="Arial"/>
                <a:cs typeface="Arial"/>
              </a:defRPr>
            </a:lvl3pPr>
            <a:lvl4pPr algn="l">
              <a:defRPr sz="1575" b="1">
                <a:solidFill>
                  <a:srgbClr val="C55A2B"/>
                </a:solidFill>
                <a:latin typeface="Arial"/>
                <a:ea typeface="Arial"/>
                <a:cs typeface="Arial"/>
              </a:defRPr>
            </a:lvl4pPr>
            <a:lvl5pPr algn="l">
              <a:defRPr sz="1575" b="1">
                <a:solidFill>
                  <a:srgbClr val="C55A2B"/>
                </a:solidFill>
                <a:latin typeface="Arial"/>
                <a:ea typeface="Arial"/>
                <a:cs typeface="Arial"/>
              </a:defRPr>
            </a:lvl5pPr>
            <a:lvl6pPr algn="l">
              <a:defRPr sz="1575" b="1">
                <a:solidFill>
                  <a:srgbClr val="C55A2B"/>
                </a:solidFill>
                <a:latin typeface="Arial"/>
                <a:ea typeface="Arial"/>
                <a:cs typeface="Arial"/>
              </a:defRPr>
            </a:lvl6pPr>
            <a:lvl7pPr algn="l">
              <a:defRPr sz="1575" b="1">
                <a:solidFill>
                  <a:srgbClr val="C55A2B"/>
                </a:solidFill>
                <a:latin typeface="Arial"/>
                <a:ea typeface="Arial"/>
                <a:cs typeface="Arial"/>
              </a:defRPr>
            </a:lvl7pPr>
            <a:lvl8pPr algn="l">
              <a:defRPr sz="1575" b="1">
                <a:solidFill>
                  <a:srgbClr val="C55A2B"/>
                </a:solidFill>
                <a:latin typeface="Arial"/>
                <a:ea typeface="Arial"/>
                <a:cs typeface="Arial"/>
              </a:defRPr>
            </a:lvl8pPr>
            <a:lvl9pPr algn="l">
              <a:defRPr sz="1575" b="1">
                <a:solidFill>
                  <a:srgbClr val="C55A2B"/>
                </a:solidFill>
                <a:latin typeface="Arial"/>
                <a:ea typeface="Arial"/>
                <a:cs typeface="Arial"/>
              </a:defRPr>
            </a:lvl9pPr>
          </a:lstStyle>
          <a:p xmlns:a="http://schemas.openxmlformats.org/drawingml/2006/main">
            <a:pPr algn="l">
              <a:defRPr sz="1575" b="1">
                <a:solidFill>
                  <a:srgbClr val="C55A2B"/>
                </a:solidFill>
                <a:latin typeface="Arial"/>
                <a:ea typeface="Arial"/>
                <a:cs typeface="Arial"/>
              </a:defRPr>
            </a:pPr>
            <a:r>
              <a:rPr sz="1575" b="1">
                <a:solidFill>
                  <a:srgbClr val="C55A2B"/>
                </a:solidFill>
                <a:latin typeface="Arial"/>
                <a:ea typeface="Arial"/>
                <a:cs typeface="Arial"/>
              </a:rPr>
              <a:t>Fix: Spring Security 6.4.4 oder Rollenregel direkt auf der konkreten Methode.</a:t>
            </a:r>
          </a:p>
        </p:txBody>
      </p:sp>
    </p:spTree>
    <p:extLst>
      <p:ext uri="{BB962C8B-B14F-4D97-AF65-F5344CB8AC3E}">
        <p14:creationId xmlns:p14="http://schemas.microsoft.com/office/powerpoint/2010/main" val="1185665780"/>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EB99AAA-657D-45E0-A080-16CD8B615179}"/>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5C6212DA-D223-4AEA-83C0-A9E4E59924F8}"/>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CVE-2026-22730: Ein Filter verändert SQL</a:t>
            </a:r>
          </a:p>
        </p:txBody>
      </p:sp>
      <p:sp>
        <p:nvSpPr>
          <p:cNvPr id="3" name="">
            <a:extLst xmlns:a="http://schemas.openxmlformats.org/drawingml/2006/main">
              <a:ext uri="{FF2B5EF4-FFF2-40B4-BE49-F238E27FC236}">
                <a16:creationId xmlns:a16="http://schemas.microsoft.com/office/drawing/2014/main" id="{A2BAD723-16D4-482C-873A-5FE9B724B83A}"/>
              </a:ext>
            </a:extLst>
          </p:cNvPr>
          <p:cNvSpPr>
            <a:spLocks xmlns:a="http://schemas.openxmlformats.org/drawingml/2006/main" noGrp="1"/>
          </p:cNvSpPr>
          <p:nvPr/>
        </p:nvSpPr>
        <p:spPr>
          <a:xfrm xmlns:a="http://schemas.openxmlformats.org/drawingml/2006/main">
            <a:off x="895350" y="11049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D6872"/>
                </a:solidFill>
                <a:latin typeface="Arial"/>
                <a:ea typeface="Arial"/>
                <a:cs typeface="Arial"/>
              </a:defRPr>
            </a:defPPr>
            <a:lvl1pPr algn="l">
              <a:defRPr sz="1650" b="0">
                <a:solidFill>
                  <a:srgbClr val="5D6872"/>
                </a:solidFill>
                <a:latin typeface="Arial"/>
                <a:ea typeface="Arial"/>
                <a:cs typeface="Arial"/>
              </a:defRPr>
            </a:lvl1pPr>
            <a:lvl2pPr algn="l">
              <a:defRPr sz="1650" b="0">
                <a:solidFill>
                  <a:srgbClr val="5D6872"/>
                </a:solidFill>
                <a:latin typeface="Arial"/>
                <a:ea typeface="Arial"/>
                <a:cs typeface="Arial"/>
              </a:defRPr>
            </a:lvl2pPr>
            <a:lvl3pPr algn="l">
              <a:defRPr sz="1650" b="0">
                <a:solidFill>
                  <a:srgbClr val="5D6872"/>
                </a:solidFill>
                <a:latin typeface="Arial"/>
                <a:ea typeface="Arial"/>
                <a:cs typeface="Arial"/>
              </a:defRPr>
            </a:lvl3pPr>
            <a:lvl4pPr algn="l">
              <a:defRPr sz="1650" b="0">
                <a:solidFill>
                  <a:srgbClr val="5D6872"/>
                </a:solidFill>
                <a:latin typeface="Arial"/>
                <a:ea typeface="Arial"/>
                <a:cs typeface="Arial"/>
              </a:defRPr>
            </a:lvl4pPr>
            <a:lvl5pPr algn="l">
              <a:defRPr sz="1650" b="0">
                <a:solidFill>
                  <a:srgbClr val="5D6872"/>
                </a:solidFill>
                <a:latin typeface="Arial"/>
                <a:ea typeface="Arial"/>
                <a:cs typeface="Arial"/>
              </a:defRPr>
            </a:lvl5pPr>
            <a:lvl6pPr algn="l">
              <a:defRPr sz="1650" b="0">
                <a:solidFill>
                  <a:srgbClr val="5D6872"/>
                </a:solidFill>
                <a:latin typeface="Arial"/>
                <a:ea typeface="Arial"/>
                <a:cs typeface="Arial"/>
              </a:defRPr>
            </a:lvl6pPr>
            <a:lvl7pPr algn="l">
              <a:defRPr sz="1650" b="0">
                <a:solidFill>
                  <a:srgbClr val="5D6872"/>
                </a:solidFill>
                <a:latin typeface="Arial"/>
                <a:ea typeface="Arial"/>
                <a:cs typeface="Arial"/>
              </a:defRPr>
            </a:lvl7pPr>
            <a:lvl8pPr algn="l">
              <a:defRPr sz="1650" b="0">
                <a:solidFill>
                  <a:srgbClr val="5D6872"/>
                </a:solidFill>
                <a:latin typeface="Arial"/>
                <a:ea typeface="Arial"/>
                <a:cs typeface="Arial"/>
              </a:defRPr>
            </a:lvl8pPr>
            <a:lvl9pPr algn="l">
              <a:defRPr sz="1650" b="0">
                <a:solidFill>
                  <a:srgbClr val="5D6872"/>
                </a:solidFill>
                <a:latin typeface="Arial"/>
                <a:ea typeface="Arial"/>
                <a:cs typeface="Arial"/>
              </a:defRPr>
            </a:lvl9pPr>
          </a:lstStyle>
          <a:p xmlns:a="http://schemas.openxmlformats.org/drawingml/2006/main">
            <a:pPr algn="l">
              <a:defRPr sz="1650" b="0">
                <a:solidFill>
                  <a:srgbClr val="5D6872"/>
                </a:solidFill>
                <a:latin typeface="Arial"/>
                <a:ea typeface="Arial"/>
                <a:cs typeface="Arial"/>
              </a:defRPr>
            </a:pPr>
            <a:r>
              <a:rPr sz="1650" b="0">
                <a:solidFill>
                  <a:srgbClr val="5D6872"/>
                </a:solidFill>
                <a:latin typeface="Arial"/>
                <a:ea typeface="Arial"/>
                <a:cs typeface="Arial"/>
              </a:rPr>
              <a:t>Spring AI MariaDB Store 1.0.3 · MariaDBFilterExpressionConverter</a:t>
            </a:r>
          </a:p>
        </p:txBody>
      </p:sp>
      <p:sp>
        <p:nvSpPr>
          <p:cNvPr id="4" name="">
            <a:extLst xmlns:a="http://schemas.openxmlformats.org/drawingml/2006/main">
              <a:ext uri="{FF2B5EF4-FFF2-40B4-BE49-F238E27FC236}">
                <a16:creationId xmlns:a16="http://schemas.microsoft.com/office/drawing/2014/main" id="{7C026D02-9308-4EA9-8CDC-C9D3BBF73FEA}"/>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9380BFE4-FCB5-4037-87FF-2B64BB03FC47}"/>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6" name="">
            <a:extLst xmlns:a="http://schemas.openxmlformats.org/drawingml/2006/main">
              <a:ext uri="{FF2B5EF4-FFF2-40B4-BE49-F238E27FC236}">
                <a16:creationId xmlns:a16="http://schemas.microsoft.com/office/drawing/2014/main" id="{E4A286B9-30BA-4E81-ABA5-C2E3DE12D5E5}"/>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612F22DC-B23E-443C-85BC-23C775C6AA19}"/>
              </a:ext>
            </a:extLst>
          </p:cNvPr>
          <p:cNvSpPr>
            <a:spLocks xmlns:a="http://schemas.openxmlformats.org/drawingml/2006/main" noGrp="1"/>
          </p:cNvSpPr>
          <p:nvPr/>
        </p:nvSpPr>
        <p:spPr>
          <a:xfrm xmlns:a="http://schemas.openxmlformats.org/drawingml/2006/main">
            <a:off x="781050" y="1809750"/>
            <a:ext cx="2571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884E41D6-C6E9-4A1B-8B97-358D4B2247FE}"/>
              </a:ext>
            </a:extLst>
          </p:cNvPr>
          <p:cNvSpPr>
            <a:spLocks xmlns:a="http://schemas.openxmlformats.org/drawingml/2006/main" noGrp="1"/>
          </p:cNvSpPr>
          <p:nvPr/>
        </p:nvSpPr>
        <p:spPr>
          <a:xfrm xmlns:a="http://schemas.openxmlformats.org/drawingml/2006/main">
            <a:off x="933450" y="1895475"/>
            <a:ext cx="2266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Request.organizationUuid</a:t>
            </a:r>
          </a:p>
        </p:txBody>
      </p:sp>
      <p:sp>
        <p:nvSpPr>
          <p:cNvPr id="9" name="">
            <a:extLst xmlns:a="http://schemas.openxmlformats.org/drawingml/2006/main">
              <a:ext uri="{FF2B5EF4-FFF2-40B4-BE49-F238E27FC236}">
                <a16:creationId xmlns:a16="http://schemas.microsoft.com/office/drawing/2014/main" id="{D7160F23-EAFC-4C6B-9930-EA808F7F5FDD}"/>
              </a:ext>
            </a:extLst>
          </p:cNvPr>
          <p:cNvSpPr>
            <a:spLocks xmlns:a="http://schemas.openxmlformats.org/drawingml/2006/main" noGrp="1"/>
          </p:cNvSpPr>
          <p:nvPr/>
        </p:nvSpPr>
        <p:spPr>
          <a:xfrm xmlns:a="http://schemas.openxmlformats.org/drawingml/2006/main">
            <a:off x="4010025" y="1809750"/>
            <a:ext cx="2933700" cy="800100"/>
          </a:xfrm>
          <a:prstGeom xmlns:a="http://schemas.openxmlformats.org/drawingml/2006/main" prst="rect">
            <a:avLst/>
          </a:prstGeom>
          <a:solidFill xmlns:a="http://schemas.openxmlformats.org/drawingml/2006/main">
            <a:srgbClr val="F4E6DA"/>
          </a:solidFill>
          <a:ln xmlns:a="http://schemas.openxmlformats.org/drawingml/2006/main" w="9525">
            <a:solidFill>
              <a:srgbClr val="C55A2B"/>
            </a:solidFill>
            <a:prstDash val="solid"/>
          </a:ln>
        </p:spPr>
      </p:sp>
      <p:sp>
        <p:nvSpPr>
          <p:cNvPr id="10" name="">
            <a:extLst xmlns:a="http://schemas.openxmlformats.org/drawingml/2006/main">
              <a:ext uri="{FF2B5EF4-FFF2-40B4-BE49-F238E27FC236}">
                <a16:creationId xmlns:a16="http://schemas.microsoft.com/office/drawing/2014/main" id="{58F3BD21-065B-4219-9654-3D2EA38EA074}"/>
              </a:ext>
            </a:extLst>
          </p:cNvPr>
          <p:cNvSpPr>
            <a:spLocks xmlns:a="http://schemas.openxmlformats.org/drawingml/2006/main" noGrp="1"/>
          </p:cNvSpPr>
          <p:nvPr/>
        </p:nvSpPr>
        <p:spPr>
          <a:xfrm xmlns:a="http://schemas.openxmlformats.org/drawingml/2006/main">
            <a:off x="4162425" y="1895475"/>
            <a:ext cx="2628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Spring AI Converter</a:t>
            </a:r>
          </a:p>
        </p:txBody>
      </p:sp>
      <p:sp>
        <p:nvSpPr>
          <p:cNvPr id="11" name="">
            <a:extLst xmlns:a="http://schemas.openxmlformats.org/drawingml/2006/main">
              <a:ext uri="{FF2B5EF4-FFF2-40B4-BE49-F238E27FC236}">
                <a16:creationId xmlns:a16="http://schemas.microsoft.com/office/drawing/2014/main" id="{2266E9D8-09AE-4957-91C9-D9A3FF5E4EF8}"/>
              </a:ext>
            </a:extLst>
          </p:cNvPr>
          <p:cNvSpPr>
            <a:spLocks xmlns:a="http://schemas.openxmlformats.org/drawingml/2006/main" noGrp="1"/>
          </p:cNvSpPr>
          <p:nvPr/>
        </p:nvSpPr>
        <p:spPr>
          <a:xfrm xmlns:a="http://schemas.openxmlformats.org/drawingml/2006/main">
            <a:off x="7610475" y="1809750"/>
            <a:ext cx="360997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2" name="">
            <a:extLst xmlns:a="http://schemas.openxmlformats.org/drawingml/2006/main">
              <a:ext uri="{FF2B5EF4-FFF2-40B4-BE49-F238E27FC236}">
                <a16:creationId xmlns:a16="http://schemas.microsoft.com/office/drawing/2014/main" id="{D4D78959-5F9E-417E-8B7E-E6F2439C1728}"/>
              </a:ext>
            </a:extLst>
          </p:cNvPr>
          <p:cNvSpPr>
            <a:spLocks xmlns:a="http://schemas.openxmlformats.org/drawingml/2006/main" noGrp="1"/>
          </p:cNvSpPr>
          <p:nvPr/>
        </p:nvSpPr>
        <p:spPr>
          <a:xfrm xmlns:a="http://schemas.openxmlformats.org/drawingml/2006/main">
            <a:off x="7762875" y="1895475"/>
            <a:ext cx="33051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SQL-Fragment</a:t>
            </a:r>
          </a:p>
        </p:txBody>
      </p:sp>
      <p:sp>
        <p:nvSpPr>
          <p:cNvPr id="13" name="">
            <a:extLst xmlns:a="http://schemas.openxmlformats.org/drawingml/2006/main">
              <a:ext uri="{FF2B5EF4-FFF2-40B4-BE49-F238E27FC236}">
                <a16:creationId xmlns:a16="http://schemas.microsoft.com/office/drawing/2014/main" id="{799D152B-3F55-462E-B56F-532AD9CF0B11}"/>
              </a:ext>
            </a:extLst>
          </p:cNvPr>
          <p:cNvSpPr>
            <a:spLocks xmlns:a="http://schemas.openxmlformats.org/drawingml/2006/main" noGrp="1"/>
          </p:cNvSpPr>
          <p:nvPr/>
        </p:nvSpPr>
        <p:spPr>
          <a:xfrm xmlns:a="http://schemas.openxmlformats.org/drawingml/2006/main">
            <a:off x="3352800" y="2209800"/>
            <a:ext cx="571500" cy="0"/>
          </a:xfrm>
          <a:prstGeom xmlns:a="http://schemas.openxmlformats.org/drawingml/2006/main" prst="line">
            <a:avLst/>
          </a:prstGeom>
          <a:noFill xmlns:a="http://schemas.openxmlformats.org/drawingml/2006/main"/>
          <a:ln xmlns:a="http://schemas.openxmlformats.org/drawingml/2006/main" w="19050">
            <a:solidFill>
              <a:srgbClr val="202935"/>
            </a:solidFill>
            <a:prstDash val="solid"/>
          </a:ln>
        </p:spPr>
      </p:sp>
      <p:sp>
        <p:nvSpPr>
          <p:cNvPr id="14" name="">
            <a:extLst xmlns:a="http://schemas.openxmlformats.org/drawingml/2006/main">
              <a:ext uri="{FF2B5EF4-FFF2-40B4-BE49-F238E27FC236}">
                <a16:creationId xmlns:a16="http://schemas.microsoft.com/office/drawing/2014/main" id="{BC626DD9-DB83-4D10-B142-5E3E44039EC1}"/>
              </a:ext>
            </a:extLst>
          </p:cNvPr>
          <p:cNvSpPr>
            <a:spLocks xmlns:a="http://schemas.openxmlformats.org/drawingml/2006/main" noGrp="1"/>
          </p:cNvSpPr>
          <p:nvPr/>
        </p:nvSpPr>
        <p:spPr>
          <a:xfrm xmlns:a="http://schemas.openxmlformats.org/drawingml/2006/main">
            <a:off x="6943725" y="2209800"/>
            <a:ext cx="581025" cy="0"/>
          </a:xfrm>
          <a:prstGeom xmlns:a="http://schemas.openxmlformats.org/drawingml/2006/main" prst="line">
            <a:avLst/>
          </a:prstGeom>
          <a:noFill xmlns:a="http://schemas.openxmlformats.org/drawingml/2006/main"/>
          <a:ln xmlns:a="http://schemas.openxmlformats.org/drawingml/2006/main" w="19050">
            <a:solidFill>
              <a:srgbClr val="202935"/>
            </a:solidFill>
            <a:prstDash val="solid"/>
          </a:ln>
        </p:spPr>
      </p:sp>
      <p:sp>
        <p:nvSpPr>
          <p:cNvPr id="15" name="">
            <a:extLst xmlns:a="http://schemas.openxmlformats.org/drawingml/2006/main">
              <a:ext uri="{FF2B5EF4-FFF2-40B4-BE49-F238E27FC236}">
                <a16:creationId xmlns:a16="http://schemas.microsoft.com/office/drawing/2014/main" id="{7C7E2094-54E2-46C9-8980-B8D11E2F4D85}"/>
              </a:ext>
            </a:extLst>
          </p:cNvPr>
          <p:cNvSpPr>
            <a:spLocks xmlns:a="http://schemas.openxmlformats.org/drawingml/2006/main" noGrp="1"/>
          </p:cNvSpPr>
          <p:nvPr/>
        </p:nvSpPr>
        <p:spPr>
          <a:xfrm xmlns:a="http://schemas.openxmlformats.org/drawingml/2006/main">
            <a:off x="781050" y="297180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C55A2B"/>
                </a:solidFill>
                <a:latin typeface="Arial"/>
                <a:ea typeface="Arial"/>
                <a:cs typeface="Arial"/>
              </a:defRPr>
            </a:defPPr>
            <a:lvl1pPr algn="l">
              <a:defRPr sz="1275" b="1">
                <a:solidFill>
                  <a:srgbClr val="C55A2B"/>
                </a:solidFill>
                <a:latin typeface="Arial"/>
                <a:ea typeface="Arial"/>
                <a:cs typeface="Arial"/>
              </a:defRPr>
            </a:lvl1pPr>
            <a:lvl2pPr algn="l">
              <a:defRPr sz="1275" b="1">
                <a:solidFill>
                  <a:srgbClr val="C55A2B"/>
                </a:solidFill>
                <a:latin typeface="Arial"/>
                <a:ea typeface="Arial"/>
                <a:cs typeface="Arial"/>
              </a:defRPr>
            </a:lvl2pPr>
            <a:lvl3pPr algn="l">
              <a:defRPr sz="1275" b="1">
                <a:solidFill>
                  <a:srgbClr val="C55A2B"/>
                </a:solidFill>
                <a:latin typeface="Arial"/>
                <a:ea typeface="Arial"/>
                <a:cs typeface="Arial"/>
              </a:defRPr>
            </a:lvl3pPr>
            <a:lvl4pPr algn="l">
              <a:defRPr sz="1275" b="1">
                <a:solidFill>
                  <a:srgbClr val="C55A2B"/>
                </a:solidFill>
                <a:latin typeface="Arial"/>
                <a:ea typeface="Arial"/>
                <a:cs typeface="Arial"/>
              </a:defRPr>
            </a:lvl4pPr>
            <a:lvl5pPr algn="l">
              <a:defRPr sz="1275" b="1">
                <a:solidFill>
                  <a:srgbClr val="C55A2B"/>
                </a:solidFill>
                <a:latin typeface="Arial"/>
                <a:ea typeface="Arial"/>
                <a:cs typeface="Arial"/>
              </a:defRPr>
            </a:lvl5pPr>
            <a:lvl6pPr algn="l">
              <a:defRPr sz="1275" b="1">
                <a:solidFill>
                  <a:srgbClr val="C55A2B"/>
                </a:solidFill>
                <a:latin typeface="Arial"/>
                <a:ea typeface="Arial"/>
                <a:cs typeface="Arial"/>
              </a:defRPr>
            </a:lvl6pPr>
            <a:lvl7pPr algn="l">
              <a:defRPr sz="1275" b="1">
                <a:solidFill>
                  <a:srgbClr val="C55A2B"/>
                </a:solidFill>
                <a:latin typeface="Arial"/>
                <a:ea typeface="Arial"/>
                <a:cs typeface="Arial"/>
              </a:defRPr>
            </a:lvl7pPr>
            <a:lvl8pPr algn="l">
              <a:defRPr sz="1275" b="1">
                <a:solidFill>
                  <a:srgbClr val="C55A2B"/>
                </a:solidFill>
                <a:latin typeface="Arial"/>
                <a:ea typeface="Arial"/>
                <a:cs typeface="Arial"/>
              </a:defRPr>
            </a:lvl8pPr>
            <a:lvl9pPr algn="l">
              <a:defRPr sz="1275" b="1">
                <a:solidFill>
                  <a:srgbClr val="C55A2B"/>
                </a:solidFill>
                <a:latin typeface="Arial"/>
                <a:ea typeface="Arial"/>
                <a:cs typeface="Arial"/>
              </a:defRPr>
            </a:lvl9pPr>
          </a:lstStyle>
          <a:p xmlns:a="http://schemas.openxmlformats.org/drawingml/2006/main">
            <a:pPr algn="l">
              <a:defRPr sz="1275" b="1">
                <a:solidFill>
                  <a:srgbClr val="C55A2B"/>
                </a:solidFill>
                <a:latin typeface="Arial"/>
                <a:ea typeface="Arial"/>
                <a:cs typeface="Arial"/>
              </a:defRPr>
            </a:pPr>
            <a:r>
              <a:rPr sz="1275" b="1">
                <a:solidFill>
                  <a:srgbClr val="C55A2B"/>
                </a:solidFill>
                <a:latin typeface="Arial"/>
                <a:ea typeface="Arial"/>
                <a:cs typeface="Arial"/>
              </a:rPr>
              <a:t>Serverseitige Grenze</a:t>
            </a:r>
          </a:p>
        </p:txBody>
      </p:sp>
      <p:sp>
        <p:nvSpPr>
          <p:cNvPr id="16" name="">
            <a:extLst xmlns:a="http://schemas.openxmlformats.org/drawingml/2006/main">
              <a:ext uri="{FF2B5EF4-FFF2-40B4-BE49-F238E27FC236}">
                <a16:creationId xmlns:a16="http://schemas.microsoft.com/office/drawing/2014/main" id="{4DB9BF71-A0D2-4D54-BAED-13F27D00404F}"/>
              </a:ext>
            </a:extLst>
          </p:cNvPr>
          <p:cNvSpPr>
            <a:spLocks xmlns:a="http://schemas.openxmlformats.org/drawingml/2006/main" noGrp="1"/>
          </p:cNvSpPr>
          <p:nvPr/>
        </p:nvSpPr>
        <p:spPr>
          <a:xfrm xmlns:a="http://schemas.openxmlformats.org/drawingml/2006/main">
            <a:off x="781050" y="3352800"/>
            <a:ext cx="1043940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7" name="">
            <a:extLst xmlns:a="http://schemas.openxmlformats.org/drawingml/2006/main">
              <a:ext uri="{FF2B5EF4-FFF2-40B4-BE49-F238E27FC236}">
                <a16:creationId xmlns:a16="http://schemas.microsoft.com/office/drawing/2014/main" id="{622C0C29-6D5C-4D44-9E14-80A7A252CEAE}"/>
              </a:ext>
            </a:extLst>
          </p:cNvPr>
          <p:cNvSpPr>
            <a:spLocks xmlns:a="http://schemas.openxmlformats.org/drawingml/2006/main" noGrp="1"/>
          </p:cNvSpPr>
          <p:nvPr/>
        </p:nvSpPr>
        <p:spPr>
          <a:xfrm xmlns:a="http://schemas.openxmlformats.org/drawingml/2006/main">
            <a:off x="933450" y="3438525"/>
            <a:ext cx="10134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JSON_VALUE(metadata, '$.organizationUuid') = ?</a:t>
            </a:r>
          </a:p>
        </p:txBody>
      </p:sp>
      <p:sp>
        <p:nvSpPr>
          <p:cNvPr id="18" name="">
            <a:extLst xmlns:a="http://schemas.openxmlformats.org/drawingml/2006/main">
              <a:ext uri="{FF2B5EF4-FFF2-40B4-BE49-F238E27FC236}">
                <a16:creationId xmlns:a16="http://schemas.microsoft.com/office/drawing/2014/main" id="{A6D2D453-400A-452B-9B55-CC4B5E69F86F}"/>
              </a:ext>
            </a:extLst>
          </p:cNvPr>
          <p:cNvSpPr>
            <a:spLocks xmlns:a="http://schemas.openxmlformats.org/drawingml/2006/main" noGrp="1"/>
          </p:cNvSpPr>
          <p:nvPr/>
        </p:nvSpPr>
        <p:spPr>
          <a:xfrm xmlns:a="http://schemas.openxmlformats.org/drawingml/2006/main">
            <a:off x="781050" y="4133850"/>
            <a:ext cx="10363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02935"/>
                </a:solidFill>
                <a:latin typeface="Arial"/>
                <a:ea typeface="Arial"/>
                <a:cs typeface="Arial"/>
              </a:defRPr>
            </a:defPPr>
            <a:lvl1pPr algn="l">
              <a:defRPr sz="1650" b="0">
                <a:solidFill>
                  <a:srgbClr val="202935"/>
                </a:solidFill>
                <a:latin typeface="Arial"/>
                <a:ea typeface="Arial"/>
                <a:cs typeface="Arial"/>
              </a:defRPr>
            </a:lvl1pPr>
            <a:lvl2pPr algn="l">
              <a:defRPr sz="1650" b="0">
                <a:solidFill>
                  <a:srgbClr val="202935"/>
                </a:solidFill>
                <a:latin typeface="Arial"/>
                <a:ea typeface="Arial"/>
                <a:cs typeface="Arial"/>
              </a:defRPr>
            </a:lvl2pPr>
            <a:lvl3pPr algn="l">
              <a:defRPr sz="1650" b="0">
                <a:solidFill>
                  <a:srgbClr val="202935"/>
                </a:solidFill>
                <a:latin typeface="Arial"/>
                <a:ea typeface="Arial"/>
                <a:cs typeface="Arial"/>
              </a:defRPr>
            </a:lvl3pPr>
            <a:lvl4pPr algn="l">
              <a:defRPr sz="1650" b="0">
                <a:solidFill>
                  <a:srgbClr val="202935"/>
                </a:solidFill>
                <a:latin typeface="Arial"/>
                <a:ea typeface="Arial"/>
                <a:cs typeface="Arial"/>
              </a:defRPr>
            </a:lvl4pPr>
            <a:lvl5pPr algn="l">
              <a:defRPr sz="1650" b="0">
                <a:solidFill>
                  <a:srgbClr val="202935"/>
                </a:solidFill>
                <a:latin typeface="Arial"/>
                <a:ea typeface="Arial"/>
                <a:cs typeface="Arial"/>
              </a:defRPr>
            </a:lvl5pPr>
            <a:lvl6pPr algn="l">
              <a:defRPr sz="1650" b="0">
                <a:solidFill>
                  <a:srgbClr val="202935"/>
                </a:solidFill>
                <a:latin typeface="Arial"/>
                <a:ea typeface="Arial"/>
                <a:cs typeface="Arial"/>
              </a:defRPr>
            </a:lvl6pPr>
            <a:lvl7pPr algn="l">
              <a:defRPr sz="1650" b="0">
                <a:solidFill>
                  <a:srgbClr val="202935"/>
                </a:solidFill>
                <a:latin typeface="Arial"/>
                <a:ea typeface="Arial"/>
                <a:cs typeface="Arial"/>
              </a:defRPr>
            </a:lvl7pPr>
            <a:lvl8pPr algn="l">
              <a:defRPr sz="1650" b="0">
                <a:solidFill>
                  <a:srgbClr val="202935"/>
                </a:solidFill>
                <a:latin typeface="Arial"/>
                <a:ea typeface="Arial"/>
                <a:cs typeface="Arial"/>
              </a:defRPr>
            </a:lvl8pPr>
            <a:lvl9pPr algn="l">
              <a:defRPr sz="1650" b="0">
                <a:solidFill>
                  <a:srgbClr val="202935"/>
                </a:solidFill>
                <a:latin typeface="Arial"/>
                <a:ea typeface="Arial"/>
                <a:cs typeface="Arial"/>
              </a:defRPr>
            </a:lvl9pPr>
          </a:lstStyle>
          <a:p xmlns:a="http://schemas.openxmlformats.org/drawingml/2006/main">
            <a:pPr algn="l">
              <a:defRPr sz="1650" b="0">
                <a:solidFill>
                  <a:srgbClr val="202935"/>
                </a:solidFill>
                <a:latin typeface="Arial"/>
                <a:ea typeface="Arial"/>
                <a:cs typeface="Arial"/>
              </a:defRPr>
            </a:pPr>
            <a:r>
              <a:rPr sz="1650" b="0">
                <a:solidFill>
                  <a:srgbClr val="202935"/>
                </a:solidFill>
                <a:latin typeface="Arial"/>
                <a:ea typeface="Arial"/>
                <a:cs typeface="Arial"/>
              </a:rPr>
              <a:t>+  AND  +  vom Converter erzeugter Ausdruck</a:t>
            </a:r>
          </a:p>
        </p:txBody>
      </p:sp>
      <p:sp>
        <p:nvSpPr>
          <p:cNvPr id="19" name="">
            <a:extLst xmlns:a="http://schemas.openxmlformats.org/drawingml/2006/main">
              <a:ext uri="{FF2B5EF4-FFF2-40B4-BE49-F238E27FC236}">
                <a16:creationId xmlns:a16="http://schemas.microsoft.com/office/drawing/2014/main" id="{0DCE8214-BA63-4196-B02B-6D4422E806DD}"/>
              </a:ext>
            </a:extLst>
          </p:cNvPr>
          <p:cNvSpPr>
            <a:spLocks xmlns:a="http://schemas.openxmlformats.org/drawingml/2006/main" noGrp="1"/>
          </p:cNvSpPr>
          <p:nvPr/>
        </p:nvSpPr>
        <p:spPr>
          <a:xfrm xmlns:a="http://schemas.openxmlformats.org/drawingml/2006/main">
            <a:off x="781050" y="4791075"/>
            <a:ext cx="4857750" cy="657225"/>
          </a:xfrm>
          <a:prstGeom xmlns:a="http://schemas.openxmlformats.org/drawingml/2006/main" prst="rect">
            <a:avLst/>
          </a:prstGeom>
          <a:solidFill xmlns:a="http://schemas.openxmlformats.org/drawingml/2006/main">
            <a:srgbClr val="F4E6DA"/>
          </a:solidFill>
          <a:ln xmlns:a="http://schemas.openxmlformats.org/drawingml/2006/main" w="9525">
            <a:solidFill>
              <a:srgbClr val="C55A2B"/>
            </a:solidFill>
            <a:prstDash val="solid"/>
          </a:ln>
        </p:spPr>
      </p:sp>
      <p:sp>
        <p:nvSpPr>
          <p:cNvPr id="20" name="">
            <a:extLst xmlns:a="http://schemas.openxmlformats.org/drawingml/2006/main">
              <a:ext uri="{FF2B5EF4-FFF2-40B4-BE49-F238E27FC236}">
                <a16:creationId xmlns:a16="http://schemas.microsoft.com/office/drawing/2014/main" id="{4B9057A9-E92B-4C79-AD68-C222E43F7785}"/>
              </a:ext>
            </a:extLst>
          </p:cNvPr>
          <p:cNvSpPr>
            <a:spLocks xmlns:a="http://schemas.openxmlformats.org/drawingml/2006/main" noGrp="1"/>
          </p:cNvSpPr>
          <p:nvPr/>
        </p:nvSpPr>
        <p:spPr>
          <a:xfrm xmlns:a="http://schemas.openxmlformats.org/drawingml/2006/main">
            <a:off x="933450" y="4876800"/>
            <a:ext cx="45529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786298a5-…' OR '1'='1</a:t>
            </a:r>
          </a:p>
        </p:txBody>
      </p:sp>
      <p:sp>
        <p:nvSpPr>
          <p:cNvPr id="21" name="">
            <a:extLst xmlns:a="http://schemas.openxmlformats.org/drawingml/2006/main">
              <a:ext uri="{FF2B5EF4-FFF2-40B4-BE49-F238E27FC236}">
                <a16:creationId xmlns:a16="http://schemas.microsoft.com/office/drawing/2014/main" id="{95FFD5D4-6C9C-4B1F-B99A-ED99ABF49FDF}"/>
              </a:ext>
            </a:extLst>
          </p:cNvPr>
          <p:cNvSpPr>
            <a:spLocks xmlns:a="http://schemas.openxmlformats.org/drawingml/2006/main" noGrp="1"/>
          </p:cNvSpPr>
          <p:nvPr/>
        </p:nvSpPr>
        <p:spPr>
          <a:xfrm xmlns:a="http://schemas.openxmlformats.org/drawingml/2006/main">
            <a:off x="5924550" y="4733925"/>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C55A2B"/>
                </a:solidFill>
                <a:latin typeface="Arial"/>
                <a:ea typeface="Arial"/>
                <a:cs typeface="Arial"/>
              </a:defRPr>
            </a:defPPr>
            <a:lvl1pPr algn="l">
              <a:defRPr sz="1575" b="1">
                <a:solidFill>
                  <a:srgbClr val="C55A2B"/>
                </a:solidFill>
                <a:latin typeface="Arial"/>
                <a:ea typeface="Arial"/>
                <a:cs typeface="Arial"/>
              </a:defRPr>
            </a:lvl1pPr>
            <a:lvl2pPr algn="l">
              <a:defRPr sz="1575" b="1">
                <a:solidFill>
                  <a:srgbClr val="C55A2B"/>
                </a:solidFill>
                <a:latin typeface="Arial"/>
                <a:ea typeface="Arial"/>
                <a:cs typeface="Arial"/>
              </a:defRPr>
            </a:lvl2pPr>
            <a:lvl3pPr algn="l">
              <a:defRPr sz="1575" b="1">
                <a:solidFill>
                  <a:srgbClr val="C55A2B"/>
                </a:solidFill>
                <a:latin typeface="Arial"/>
                <a:ea typeface="Arial"/>
                <a:cs typeface="Arial"/>
              </a:defRPr>
            </a:lvl3pPr>
            <a:lvl4pPr algn="l">
              <a:defRPr sz="1575" b="1">
                <a:solidFill>
                  <a:srgbClr val="C55A2B"/>
                </a:solidFill>
                <a:latin typeface="Arial"/>
                <a:ea typeface="Arial"/>
                <a:cs typeface="Arial"/>
              </a:defRPr>
            </a:lvl4pPr>
            <a:lvl5pPr algn="l">
              <a:defRPr sz="1575" b="1">
                <a:solidFill>
                  <a:srgbClr val="C55A2B"/>
                </a:solidFill>
                <a:latin typeface="Arial"/>
                <a:ea typeface="Arial"/>
                <a:cs typeface="Arial"/>
              </a:defRPr>
            </a:lvl5pPr>
            <a:lvl6pPr algn="l">
              <a:defRPr sz="1575" b="1">
                <a:solidFill>
                  <a:srgbClr val="C55A2B"/>
                </a:solidFill>
                <a:latin typeface="Arial"/>
                <a:ea typeface="Arial"/>
                <a:cs typeface="Arial"/>
              </a:defRPr>
            </a:lvl6pPr>
            <a:lvl7pPr algn="l">
              <a:defRPr sz="1575" b="1">
                <a:solidFill>
                  <a:srgbClr val="C55A2B"/>
                </a:solidFill>
                <a:latin typeface="Arial"/>
                <a:ea typeface="Arial"/>
                <a:cs typeface="Arial"/>
              </a:defRPr>
            </a:lvl7pPr>
            <a:lvl8pPr algn="l">
              <a:defRPr sz="1575" b="1">
                <a:solidFill>
                  <a:srgbClr val="C55A2B"/>
                </a:solidFill>
                <a:latin typeface="Arial"/>
                <a:ea typeface="Arial"/>
                <a:cs typeface="Arial"/>
              </a:defRPr>
            </a:lvl8pPr>
            <a:lvl9pPr algn="l">
              <a:defRPr sz="1575" b="1">
                <a:solidFill>
                  <a:srgbClr val="C55A2B"/>
                </a:solidFill>
                <a:latin typeface="Arial"/>
                <a:ea typeface="Arial"/>
                <a:cs typeface="Arial"/>
              </a:defRPr>
            </a:lvl9pPr>
          </a:lstStyle>
          <a:p xmlns:a="http://schemas.openxmlformats.org/drawingml/2006/main">
            <a:pPr algn="l">
              <a:defRPr sz="1575" b="1">
                <a:solidFill>
                  <a:srgbClr val="C55A2B"/>
                </a:solidFill>
                <a:latin typeface="Arial"/>
                <a:ea typeface="Arial"/>
                <a:cs typeface="Arial"/>
              </a:defRPr>
            </a:pPr>
            <a:r>
              <a:rPr sz="1575" b="1">
                <a:solidFill>
                  <a:srgbClr val="C55A2B"/>
                </a:solidFill>
                <a:latin typeface="Arial"/>
                <a:ea typeface="Arial"/>
                <a:cs typeface="Arial"/>
              </a:rPr>
              <a:t>AND wird vor OR ausgewertet → auch fremde Dokumente passen.</a:t>
            </a:r>
          </a:p>
        </p:txBody>
      </p:sp>
      <p:sp>
        <p:nvSpPr>
          <p:cNvPr id="22" name="">
            <a:extLst xmlns:a="http://schemas.openxmlformats.org/drawingml/2006/main">
              <a:ext uri="{FF2B5EF4-FFF2-40B4-BE49-F238E27FC236}">
                <a16:creationId xmlns:a16="http://schemas.microsoft.com/office/drawing/2014/main" id="{0D7B01FC-B282-4AC5-9528-C8BCDDCD318D}"/>
              </a:ext>
            </a:extLst>
          </p:cNvPr>
          <p:cNvSpPr>
            <a:spLocks xmlns:a="http://schemas.openxmlformats.org/drawingml/2006/main" noGrp="1"/>
          </p:cNvSpPr>
          <p:nvPr/>
        </p:nvSpPr>
        <p:spPr>
          <a:xfrm xmlns:a="http://schemas.openxmlformats.org/drawingml/2006/main">
            <a:off x="790575" y="5772150"/>
            <a:ext cx="10429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D6872"/>
                </a:solidFill>
                <a:latin typeface="Arial"/>
                <a:ea typeface="Arial"/>
                <a:cs typeface="Arial"/>
              </a:defRPr>
            </a:defPPr>
            <a:lvl1pPr algn="l">
              <a:defRPr sz="1350" b="0">
                <a:solidFill>
                  <a:srgbClr val="5D6872"/>
                </a:solidFill>
                <a:latin typeface="Arial"/>
                <a:ea typeface="Arial"/>
                <a:cs typeface="Arial"/>
              </a:defRPr>
            </a:lvl1pPr>
            <a:lvl2pPr algn="l">
              <a:defRPr sz="1350" b="0">
                <a:solidFill>
                  <a:srgbClr val="5D6872"/>
                </a:solidFill>
                <a:latin typeface="Arial"/>
                <a:ea typeface="Arial"/>
                <a:cs typeface="Arial"/>
              </a:defRPr>
            </a:lvl2pPr>
            <a:lvl3pPr algn="l">
              <a:defRPr sz="1350" b="0">
                <a:solidFill>
                  <a:srgbClr val="5D6872"/>
                </a:solidFill>
                <a:latin typeface="Arial"/>
                <a:ea typeface="Arial"/>
                <a:cs typeface="Arial"/>
              </a:defRPr>
            </a:lvl3pPr>
            <a:lvl4pPr algn="l">
              <a:defRPr sz="1350" b="0">
                <a:solidFill>
                  <a:srgbClr val="5D6872"/>
                </a:solidFill>
                <a:latin typeface="Arial"/>
                <a:ea typeface="Arial"/>
                <a:cs typeface="Arial"/>
              </a:defRPr>
            </a:lvl4pPr>
            <a:lvl5pPr algn="l">
              <a:defRPr sz="1350" b="0">
                <a:solidFill>
                  <a:srgbClr val="5D6872"/>
                </a:solidFill>
                <a:latin typeface="Arial"/>
                <a:ea typeface="Arial"/>
                <a:cs typeface="Arial"/>
              </a:defRPr>
            </a:lvl5pPr>
            <a:lvl6pPr algn="l">
              <a:defRPr sz="1350" b="0">
                <a:solidFill>
                  <a:srgbClr val="5D6872"/>
                </a:solidFill>
                <a:latin typeface="Arial"/>
                <a:ea typeface="Arial"/>
                <a:cs typeface="Arial"/>
              </a:defRPr>
            </a:lvl6pPr>
            <a:lvl7pPr algn="l">
              <a:defRPr sz="1350" b="0">
                <a:solidFill>
                  <a:srgbClr val="5D6872"/>
                </a:solidFill>
                <a:latin typeface="Arial"/>
                <a:ea typeface="Arial"/>
                <a:cs typeface="Arial"/>
              </a:defRPr>
            </a:lvl7pPr>
            <a:lvl8pPr algn="l">
              <a:defRPr sz="1350" b="0">
                <a:solidFill>
                  <a:srgbClr val="5D6872"/>
                </a:solidFill>
                <a:latin typeface="Arial"/>
                <a:ea typeface="Arial"/>
                <a:cs typeface="Arial"/>
              </a:defRPr>
            </a:lvl8pPr>
            <a:lvl9pPr algn="l">
              <a:defRPr sz="1350" b="0">
                <a:solidFill>
                  <a:srgbClr val="5D6872"/>
                </a:solidFill>
                <a:latin typeface="Arial"/>
                <a:ea typeface="Arial"/>
                <a:cs typeface="Arial"/>
              </a:defRPr>
            </a:lvl9pPr>
          </a:lstStyle>
          <a:p xmlns:a="http://schemas.openxmlformats.org/drawingml/2006/main">
            <a:pPr algn="l">
              <a:defRPr sz="1350" b="0">
                <a:solidFill>
                  <a:srgbClr val="5D6872"/>
                </a:solidFill>
                <a:latin typeface="Arial"/>
                <a:ea typeface="Arial"/>
                <a:cs typeface="Arial"/>
              </a:defRPr>
            </a:pPr>
            <a:r>
              <a:rPr sz="1350" b="0">
                <a:solidFill>
                  <a:srgbClr val="5D6872"/>
                </a:solidFill>
                <a:latin typeface="Arial"/>
                <a:ea typeface="Arial"/>
                <a:cs typeface="Arial"/>
              </a:rPr>
              <a:t>Vergleich: /documents/search-safe bindet beide Werte → keine fremden Treffer.</a:t>
            </a:r>
          </a:p>
        </p:txBody>
      </p:sp>
    </p:spTree>
    <p:extLst>
      <p:ext uri="{BB962C8B-B14F-4D97-AF65-F5344CB8AC3E}">
        <p14:creationId xmlns:p14="http://schemas.microsoft.com/office/powerpoint/2010/main" val="946263936"/>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4257C2-8EB6-4956-B7E0-4B1E2EF3F9C7}"/>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C764EB5B-63D7-4262-B7ED-75CEEE910915}"/>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Die zusätzliche Schwachstelle im Projekt</a:t>
            </a:r>
          </a:p>
        </p:txBody>
      </p:sp>
      <p:sp>
        <p:nvSpPr>
          <p:cNvPr id="3" name="">
            <a:extLst xmlns:a="http://schemas.openxmlformats.org/drawingml/2006/main">
              <a:ext uri="{FF2B5EF4-FFF2-40B4-BE49-F238E27FC236}">
                <a16:creationId xmlns:a16="http://schemas.microsoft.com/office/drawing/2014/main" id="{9D0FECB1-551A-4A78-8773-A03E14BB4162}"/>
              </a:ext>
            </a:extLst>
          </p:cNvPr>
          <p:cNvSpPr>
            <a:spLocks xmlns:a="http://schemas.openxmlformats.org/drawingml/2006/main" noGrp="1"/>
          </p:cNvSpPr>
          <p:nvPr/>
        </p:nvSpPr>
        <p:spPr>
          <a:xfrm xmlns:a="http://schemas.openxmlformats.org/drawingml/2006/main">
            <a:off x="895350" y="11049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D6872"/>
                </a:solidFill>
                <a:latin typeface="Arial"/>
                <a:ea typeface="Arial"/>
                <a:cs typeface="Arial"/>
              </a:defRPr>
            </a:defPPr>
            <a:lvl1pPr algn="l">
              <a:defRPr sz="1650" b="0">
                <a:solidFill>
                  <a:srgbClr val="5D6872"/>
                </a:solidFill>
                <a:latin typeface="Arial"/>
                <a:ea typeface="Arial"/>
                <a:cs typeface="Arial"/>
              </a:defRPr>
            </a:lvl1pPr>
            <a:lvl2pPr algn="l">
              <a:defRPr sz="1650" b="0">
                <a:solidFill>
                  <a:srgbClr val="5D6872"/>
                </a:solidFill>
                <a:latin typeface="Arial"/>
                <a:ea typeface="Arial"/>
                <a:cs typeface="Arial"/>
              </a:defRPr>
            </a:lvl2pPr>
            <a:lvl3pPr algn="l">
              <a:defRPr sz="1650" b="0">
                <a:solidFill>
                  <a:srgbClr val="5D6872"/>
                </a:solidFill>
                <a:latin typeface="Arial"/>
                <a:ea typeface="Arial"/>
                <a:cs typeface="Arial"/>
              </a:defRPr>
            </a:lvl3pPr>
            <a:lvl4pPr algn="l">
              <a:defRPr sz="1650" b="0">
                <a:solidFill>
                  <a:srgbClr val="5D6872"/>
                </a:solidFill>
                <a:latin typeface="Arial"/>
                <a:ea typeface="Arial"/>
                <a:cs typeface="Arial"/>
              </a:defRPr>
            </a:lvl4pPr>
            <a:lvl5pPr algn="l">
              <a:defRPr sz="1650" b="0">
                <a:solidFill>
                  <a:srgbClr val="5D6872"/>
                </a:solidFill>
                <a:latin typeface="Arial"/>
                <a:ea typeface="Arial"/>
                <a:cs typeface="Arial"/>
              </a:defRPr>
            </a:lvl5pPr>
            <a:lvl6pPr algn="l">
              <a:defRPr sz="1650" b="0">
                <a:solidFill>
                  <a:srgbClr val="5D6872"/>
                </a:solidFill>
                <a:latin typeface="Arial"/>
                <a:ea typeface="Arial"/>
                <a:cs typeface="Arial"/>
              </a:defRPr>
            </a:lvl6pPr>
            <a:lvl7pPr algn="l">
              <a:defRPr sz="1650" b="0">
                <a:solidFill>
                  <a:srgbClr val="5D6872"/>
                </a:solidFill>
                <a:latin typeface="Arial"/>
                <a:ea typeface="Arial"/>
                <a:cs typeface="Arial"/>
              </a:defRPr>
            </a:lvl7pPr>
            <a:lvl8pPr algn="l">
              <a:defRPr sz="1650" b="0">
                <a:solidFill>
                  <a:srgbClr val="5D6872"/>
                </a:solidFill>
                <a:latin typeface="Arial"/>
                <a:ea typeface="Arial"/>
                <a:cs typeface="Arial"/>
              </a:defRPr>
            </a:lvl8pPr>
            <a:lvl9pPr algn="l">
              <a:defRPr sz="1650" b="0">
                <a:solidFill>
                  <a:srgbClr val="5D6872"/>
                </a:solidFill>
                <a:latin typeface="Arial"/>
                <a:ea typeface="Arial"/>
                <a:cs typeface="Arial"/>
              </a:defRPr>
            </a:lvl9pPr>
          </a:lstStyle>
          <a:p xmlns:a="http://schemas.openxmlformats.org/drawingml/2006/main">
            <a:pPr algn="l">
              <a:defRPr sz="1650" b="0">
                <a:solidFill>
                  <a:srgbClr val="5D6872"/>
                </a:solidFill>
                <a:latin typeface="Arial"/>
                <a:ea typeface="Arial"/>
                <a:cs typeface="Arial"/>
              </a:defRPr>
            </a:pPr>
            <a:r>
              <a:rPr sz="1650" b="0">
                <a:solidFill>
                  <a:srgbClr val="5D6872"/>
                </a:solidFill>
                <a:latin typeface="Arial"/>
                <a:ea typeface="Arial"/>
                <a:cs typeface="Arial"/>
              </a:rPr>
              <a:t>GET /users?debug=true liefert BCrypt-Hashes.</a:t>
            </a:r>
          </a:p>
        </p:txBody>
      </p:sp>
      <p:sp>
        <p:nvSpPr>
          <p:cNvPr id="4" name="">
            <a:extLst xmlns:a="http://schemas.openxmlformats.org/drawingml/2006/main">
              <a:ext uri="{FF2B5EF4-FFF2-40B4-BE49-F238E27FC236}">
                <a16:creationId xmlns:a16="http://schemas.microsoft.com/office/drawing/2014/main" id="{6C4B997A-7D07-46A9-9BC3-78F9A4CF8213}"/>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20258E1C-95F0-410E-9D71-D0DEC4D422BE}"/>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6" name="">
            <a:extLst xmlns:a="http://schemas.openxmlformats.org/drawingml/2006/main">
              <a:ext uri="{FF2B5EF4-FFF2-40B4-BE49-F238E27FC236}">
                <a16:creationId xmlns:a16="http://schemas.microsoft.com/office/drawing/2014/main" id="{32E07DBA-5473-4E5D-84D2-2CA64898EE76}"/>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E6109B2F-4F4D-4C39-8E05-FBFF5B8C13FD}"/>
              </a:ext>
            </a:extLst>
          </p:cNvPr>
          <p:cNvSpPr>
            <a:spLocks xmlns:a="http://schemas.openxmlformats.org/drawingml/2006/main" noGrp="1"/>
          </p:cNvSpPr>
          <p:nvPr/>
        </p:nvSpPr>
        <p:spPr>
          <a:xfrm xmlns:a="http://schemas.openxmlformats.org/drawingml/2006/main">
            <a:off x="790575" y="1981200"/>
            <a:ext cx="4924425" cy="2981325"/>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8A1DBDD8-883E-4E61-9CC4-C34AF6F779FD}"/>
              </a:ext>
            </a:extLst>
          </p:cNvPr>
          <p:cNvSpPr>
            <a:spLocks xmlns:a="http://schemas.openxmlformats.org/drawingml/2006/main" noGrp="1"/>
          </p:cNvSpPr>
          <p:nvPr/>
        </p:nvSpPr>
        <p:spPr>
          <a:xfrm xmlns:a="http://schemas.openxmlformats.org/drawingml/2006/main">
            <a:off x="6210300" y="1981200"/>
            <a:ext cx="5010150" cy="2981325"/>
          </a:xfrm>
          <a:prstGeom xmlns:a="http://schemas.openxmlformats.org/drawingml/2006/main" prst="rect">
            <a:avLst/>
          </a:prstGeom>
          <a:solidFill xmlns:a="http://schemas.openxmlformats.org/drawingml/2006/main">
            <a:srgbClr val="FFFFFF"/>
          </a:solidFill>
          <a:ln xmlns:a="http://schemas.openxmlformats.org/drawingml/2006/main" w="9525">
            <a:solidFill>
              <a:srgbClr val="C55A2B"/>
            </a:solidFill>
            <a:prstDash val="solid"/>
          </a:ln>
        </p:spPr>
      </p:sp>
      <p:sp>
        <p:nvSpPr>
          <p:cNvPr id="9" name="">
            <a:extLst xmlns:a="http://schemas.openxmlformats.org/drawingml/2006/main">
              <a:ext uri="{FF2B5EF4-FFF2-40B4-BE49-F238E27FC236}">
                <a16:creationId xmlns:a16="http://schemas.microsoft.com/office/drawing/2014/main" id="{6175D07E-18DF-45E7-A703-F5BA42958C6B}"/>
              </a:ext>
            </a:extLst>
          </p:cNvPr>
          <p:cNvSpPr>
            <a:spLocks xmlns:a="http://schemas.openxmlformats.org/drawingml/2006/main" noGrp="1"/>
          </p:cNvSpPr>
          <p:nvPr/>
        </p:nvSpPr>
        <p:spPr>
          <a:xfrm xmlns:a="http://schemas.openxmlformats.org/drawingml/2006/main">
            <a:off x="990600" y="2133600"/>
            <a:ext cx="4543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202935"/>
                </a:solidFill>
                <a:latin typeface="Arial"/>
                <a:ea typeface="Arial"/>
                <a:cs typeface="Arial"/>
              </a:defRPr>
            </a:defPPr>
            <a:lvl1pPr algn="l">
              <a:defRPr sz="1800" b="1">
                <a:solidFill>
                  <a:srgbClr val="202935"/>
                </a:solidFill>
                <a:latin typeface="Arial"/>
                <a:ea typeface="Arial"/>
                <a:cs typeface="Arial"/>
              </a:defRPr>
            </a:lvl1pPr>
            <a:lvl2pPr algn="l">
              <a:defRPr sz="1800" b="1">
                <a:solidFill>
                  <a:srgbClr val="202935"/>
                </a:solidFill>
                <a:latin typeface="Arial"/>
                <a:ea typeface="Arial"/>
                <a:cs typeface="Arial"/>
              </a:defRPr>
            </a:lvl2pPr>
            <a:lvl3pPr algn="l">
              <a:defRPr sz="1800" b="1">
                <a:solidFill>
                  <a:srgbClr val="202935"/>
                </a:solidFill>
                <a:latin typeface="Arial"/>
                <a:ea typeface="Arial"/>
                <a:cs typeface="Arial"/>
              </a:defRPr>
            </a:lvl3pPr>
            <a:lvl4pPr algn="l">
              <a:defRPr sz="1800" b="1">
                <a:solidFill>
                  <a:srgbClr val="202935"/>
                </a:solidFill>
                <a:latin typeface="Arial"/>
                <a:ea typeface="Arial"/>
                <a:cs typeface="Arial"/>
              </a:defRPr>
            </a:lvl4pPr>
            <a:lvl5pPr algn="l">
              <a:defRPr sz="1800" b="1">
                <a:solidFill>
                  <a:srgbClr val="202935"/>
                </a:solidFill>
                <a:latin typeface="Arial"/>
                <a:ea typeface="Arial"/>
                <a:cs typeface="Arial"/>
              </a:defRPr>
            </a:lvl5pPr>
            <a:lvl6pPr algn="l">
              <a:defRPr sz="1800" b="1">
                <a:solidFill>
                  <a:srgbClr val="202935"/>
                </a:solidFill>
                <a:latin typeface="Arial"/>
                <a:ea typeface="Arial"/>
                <a:cs typeface="Arial"/>
              </a:defRPr>
            </a:lvl6pPr>
            <a:lvl7pPr algn="l">
              <a:defRPr sz="1800" b="1">
                <a:solidFill>
                  <a:srgbClr val="202935"/>
                </a:solidFill>
                <a:latin typeface="Arial"/>
                <a:ea typeface="Arial"/>
                <a:cs typeface="Arial"/>
              </a:defRPr>
            </a:lvl7pPr>
            <a:lvl8pPr algn="l">
              <a:defRPr sz="1800" b="1">
                <a:solidFill>
                  <a:srgbClr val="202935"/>
                </a:solidFill>
                <a:latin typeface="Arial"/>
                <a:ea typeface="Arial"/>
                <a:cs typeface="Arial"/>
              </a:defRPr>
            </a:lvl8pPr>
            <a:lvl9pPr algn="l">
              <a:defRPr sz="1800" b="1">
                <a:solidFill>
                  <a:srgbClr val="202935"/>
                </a:solidFill>
                <a:latin typeface="Arial"/>
                <a:ea typeface="Arial"/>
                <a:cs typeface="Arial"/>
              </a:defRPr>
            </a:lvl9pPr>
          </a:lstStyle>
          <a:p xmlns:a="http://schemas.openxmlformats.org/drawingml/2006/main">
            <a:pPr algn="l">
              <a:defRPr sz="1800" b="1">
                <a:solidFill>
                  <a:srgbClr val="202935"/>
                </a:solidFill>
                <a:latin typeface="Arial"/>
                <a:ea typeface="Arial"/>
                <a:cs typeface="Arial"/>
              </a:defRPr>
            </a:pPr>
            <a:r>
              <a:rPr sz="1800" b="1">
                <a:solidFill>
                  <a:srgbClr val="202935"/>
                </a:solidFill>
                <a:latin typeface="Arial"/>
                <a:ea typeface="Arial"/>
                <a:cs typeface="Arial"/>
              </a:rPr>
              <a:t>Warum das zunächst begrenzt wirkt</a:t>
            </a:r>
          </a:p>
        </p:txBody>
      </p:sp>
      <p:sp>
        <p:nvSpPr>
          <p:cNvPr id="10" name="">
            <a:extLst xmlns:a="http://schemas.openxmlformats.org/drawingml/2006/main">
              <a:ext uri="{FF2B5EF4-FFF2-40B4-BE49-F238E27FC236}">
                <a16:creationId xmlns:a16="http://schemas.microsoft.com/office/drawing/2014/main" id="{BCA49788-FD59-4DB4-A57A-5FD50515FF09}"/>
              </a:ext>
            </a:extLst>
          </p:cNvPr>
          <p:cNvSpPr>
            <a:spLocks xmlns:a="http://schemas.openxmlformats.org/drawingml/2006/main" noGrp="1"/>
          </p:cNvSpPr>
          <p:nvPr/>
        </p:nvSpPr>
        <p:spPr>
          <a:xfrm xmlns:a="http://schemas.openxmlformats.org/drawingml/2006/main">
            <a:off x="990600" y="2790825"/>
            <a:ext cx="451485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77D78894-5613-45C2-9930-6C33561C8E08}"/>
              </a:ext>
            </a:extLst>
          </p:cNvPr>
          <p:cNvSpPr>
            <a:spLocks xmlns:a="http://schemas.openxmlformats.org/drawingml/2006/main" noGrp="1"/>
          </p:cNvSpPr>
          <p:nvPr/>
        </p:nvSpPr>
        <p:spPr>
          <a:xfrm xmlns:a="http://schemas.openxmlformats.org/drawingml/2006/main">
            <a:off x="1000125" y="2990850"/>
            <a:ext cx="4429125" cy="1724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 /users ist für ADMIN vorgesehen</a:t>
            </a:r>
          </a:p>
          <a:p xmlns:a="http://schemas.openxmlformats.org/drawingml/2006/main">
            <a:r>
              <a:t/>
            </a:r>
          </a:p>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 Passwörter sind gehasht</a:t>
            </a:r>
          </a:p>
          <a:p xmlns:a="http://schemas.openxmlformats.org/drawingml/2006/main">
            <a:r>
              <a:t/>
            </a:r>
          </a:p>
          <a:p xmlns:a="http://schemas.openxmlformats.org/drawingml/2006/main">
            <a:pPr algn="l">
              <a:defRPr sz="1575" b="0">
                <a:solidFill>
                  <a:srgbClr val="5D6872"/>
                </a:solidFill>
                <a:latin typeface="Arial"/>
                <a:ea typeface="Arial"/>
                <a:cs typeface="Arial"/>
              </a:defRPr>
            </a:pPr>
            <a:r>
              <a:rPr sz="1575" b="0">
                <a:solidFill>
                  <a:srgbClr val="5D6872"/>
                </a:solidFill>
                <a:latin typeface="Arial"/>
                <a:ea typeface="Arial"/>
                <a:cs typeface="Arial"/>
              </a:rPr>
              <a:t>• Standardantwort enthält keine Hashes</a:t>
            </a:r>
          </a:p>
        </p:txBody>
      </p:sp>
      <p:sp>
        <p:nvSpPr>
          <p:cNvPr id="12" name="">
            <a:extLst xmlns:a="http://schemas.openxmlformats.org/drawingml/2006/main">
              <a:ext uri="{FF2B5EF4-FFF2-40B4-BE49-F238E27FC236}">
                <a16:creationId xmlns:a16="http://schemas.microsoft.com/office/drawing/2014/main" id="{7277BF27-442D-499E-901A-AD8CB5D2B170}"/>
              </a:ext>
            </a:extLst>
          </p:cNvPr>
          <p:cNvSpPr>
            <a:spLocks xmlns:a="http://schemas.openxmlformats.org/drawingml/2006/main" noGrp="1"/>
          </p:cNvSpPr>
          <p:nvPr/>
        </p:nvSpPr>
        <p:spPr>
          <a:xfrm xmlns:a="http://schemas.openxmlformats.org/drawingml/2006/main">
            <a:off x="6410325" y="2133600"/>
            <a:ext cx="4591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xmlns:a="http://schemas.openxmlformats.org/drawingml/2006/main">
            <a:pPr algn="l">
              <a:defRPr sz="1800" b="1">
                <a:solidFill>
                  <a:srgbClr val="C55A2B"/>
                </a:solidFill>
                <a:latin typeface="Arial"/>
                <a:ea typeface="Arial"/>
                <a:cs typeface="Arial"/>
              </a:defRPr>
            </a:pPr>
            <a:r>
              <a:rPr sz="1800" b="1">
                <a:solidFill>
                  <a:srgbClr val="C55A2B"/>
                </a:solidFill>
                <a:latin typeface="Arial"/>
                <a:ea typeface="Arial"/>
                <a:cs typeface="Arial"/>
              </a:rPr>
              <a:t>Warum es hier kritisch wird</a:t>
            </a:r>
          </a:p>
        </p:txBody>
      </p:sp>
      <p:sp>
        <p:nvSpPr>
          <p:cNvPr id="13" name="">
            <a:extLst xmlns:a="http://schemas.openxmlformats.org/drawingml/2006/main">
              <a:ext uri="{FF2B5EF4-FFF2-40B4-BE49-F238E27FC236}">
                <a16:creationId xmlns:a16="http://schemas.microsoft.com/office/drawing/2014/main" id="{67AB0F2F-6227-48D2-842E-33C8635BC8CC}"/>
              </a:ext>
            </a:extLst>
          </p:cNvPr>
          <p:cNvSpPr>
            <a:spLocks xmlns:a="http://schemas.openxmlformats.org/drawingml/2006/main" noGrp="1"/>
          </p:cNvSpPr>
          <p:nvPr/>
        </p:nvSpPr>
        <p:spPr>
          <a:xfrm xmlns:a="http://schemas.openxmlformats.org/drawingml/2006/main">
            <a:off x="6410325" y="2790825"/>
            <a:ext cx="46101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164CA31C-6339-45E7-B471-279CE4FB849C}"/>
              </a:ext>
            </a:extLst>
          </p:cNvPr>
          <p:cNvSpPr>
            <a:spLocks xmlns:a="http://schemas.openxmlformats.org/drawingml/2006/main" noGrp="1"/>
          </p:cNvSpPr>
          <p:nvPr/>
        </p:nvSpPr>
        <p:spPr>
          <a:xfrm xmlns:a="http://schemas.openxmlformats.org/drawingml/2006/main">
            <a:off x="6410325" y="2990850"/>
            <a:ext cx="4533900" cy="1724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02935"/>
                </a:solidFill>
                <a:latin typeface="Arial"/>
                <a:ea typeface="Arial"/>
                <a:cs typeface="Arial"/>
              </a:defRPr>
            </a:defPPr>
            <a:lvl1pPr algn="l">
              <a:defRPr sz="1575" b="0">
                <a:solidFill>
                  <a:srgbClr val="202935"/>
                </a:solidFill>
                <a:latin typeface="Arial"/>
                <a:ea typeface="Arial"/>
                <a:cs typeface="Arial"/>
              </a:defRPr>
            </a:lvl1pPr>
            <a:lvl2pPr algn="l">
              <a:defRPr sz="1575" b="0">
                <a:solidFill>
                  <a:srgbClr val="202935"/>
                </a:solidFill>
                <a:latin typeface="Arial"/>
                <a:ea typeface="Arial"/>
                <a:cs typeface="Arial"/>
              </a:defRPr>
            </a:lvl2pPr>
            <a:lvl3pPr algn="l">
              <a:defRPr sz="1575" b="0">
                <a:solidFill>
                  <a:srgbClr val="202935"/>
                </a:solidFill>
                <a:latin typeface="Arial"/>
                <a:ea typeface="Arial"/>
                <a:cs typeface="Arial"/>
              </a:defRPr>
            </a:lvl3pPr>
            <a:lvl4pPr algn="l">
              <a:defRPr sz="1575" b="0">
                <a:solidFill>
                  <a:srgbClr val="202935"/>
                </a:solidFill>
                <a:latin typeface="Arial"/>
                <a:ea typeface="Arial"/>
                <a:cs typeface="Arial"/>
              </a:defRPr>
            </a:lvl4pPr>
            <a:lvl5pPr algn="l">
              <a:defRPr sz="1575" b="0">
                <a:solidFill>
                  <a:srgbClr val="202935"/>
                </a:solidFill>
                <a:latin typeface="Arial"/>
                <a:ea typeface="Arial"/>
                <a:cs typeface="Arial"/>
              </a:defRPr>
            </a:lvl5pPr>
            <a:lvl6pPr algn="l">
              <a:defRPr sz="1575" b="0">
                <a:solidFill>
                  <a:srgbClr val="202935"/>
                </a:solidFill>
                <a:latin typeface="Arial"/>
                <a:ea typeface="Arial"/>
                <a:cs typeface="Arial"/>
              </a:defRPr>
            </a:lvl6pPr>
            <a:lvl7pPr algn="l">
              <a:defRPr sz="1575" b="0">
                <a:solidFill>
                  <a:srgbClr val="202935"/>
                </a:solidFill>
                <a:latin typeface="Arial"/>
                <a:ea typeface="Arial"/>
                <a:cs typeface="Arial"/>
              </a:defRPr>
            </a:lvl7pPr>
            <a:lvl8pPr algn="l">
              <a:defRPr sz="1575" b="0">
                <a:solidFill>
                  <a:srgbClr val="202935"/>
                </a:solidFill>
                <a:latin typeface="Arial"/>
                <a:ea typeface="Arial"/>
                <a:cs typeface="Arial"/>
              </a:defRPr>
            </a:lvl8pPr>
            <a:lvl9pPr algn="l">
              <a:defRPr sz="1575" b="0">
                <a:solidFill>
                  <a:srgbClr val="202935"/>
                </a:solidFill>
                <a:latin typeface="Arial"/>
                <a:ea typeface="Arial"/>
                <a:cs typeface="Arial"/>
              </a:defRPr>
            </a:lvl9pPr>
          </a:lstStyle>
          <a:p xmlns:a="http://schemas.openxmlformats.org/drawingml/2006/main">
            <a:pPr algn="l">
              <a:defRPr sz="1575" b="0">
                <a:solidFill>
                  <a:srgbClr val="202935"/>
                </a:solidFill>
                <a:latin typeface="Arial"/>
                <a:ea typeface="Arial"/>
                <a:cs typeface="Arial"/>
              </a:defRPr>
            </a:pPr>
            <a:r>
              <a:rPr sz="1575" b="0">
                <a:solidFill>
                  <a:srgbClr val="202935"/>
                </a:solidFill>
                <a:latin typeface="Arial"/>
                <a:ea typeface="Arial"/>
                <a:cs typeface="Arial"/>
              </a:rPr>
              <a:t>• CVE umgeht die Listenregel</a:t>
            </a:r>
          </a:p>
          <a:p xmlns:a="http://schemas.openxmlformats.org/drawingml/2006/main">
            <a:r>
              <a:t/>
            </a:r>
          </a:p>
          <a:p xmlns:a="http://schemas.openxmlformats.org/drawingml/2006/main">
            <a:pPr algn="l">
              <a:defRPr sz="1575" b="0">
                <a:solidFill>
                  <a:srgbClr val="202935"/>
                </a:solidFill>
                <a:latin typeface="Arial"/>
                <a:ea typeface="Arial"/>
                <a:cs typeface="Arial"/>
              </a:defRPr>
            </a:pPr>
            <a:r>
              <a:rPr sz="1575" b="0">
                <a:solidFill>
                  <a:srgbClr val="202935"/>
                </a:solidFill>
                <a:latin typeface="Arial"/>
                <a:ea typeface="Arial"/>
                <a:cs typeface="Arial"/>
              </a:rPr>
              <a:t>• Debug-Antwort gibt Annas Hash frei</a:t>
            </a:r>
          </a:p>
          <a:p xmlns:a="http://schemas.openxmlformats.org/drawingml/2006/main">
            <a:r>
              <a:t/>
            </a:r>
          </a:p>
          <a:p xmlns:a="http://schemas.openxmlformats.org/drawingml/2006/main">
            <a:pPr algn="l">
              <a:defRPr sz="1575" b="0">
                <a:solidFill>
                  <a:srgbClr val="202935"/>
                </a:solidFill>
                <a:latin typeface="Arial"/>
                <a:ea typeface="Arial"/>
                <a:cs typeface="Arial"/>
              </a:defRPr>
            </a:pPr>
            <a:r>
              <a:rPr sz="1575" b="0">
                <a:solidFill>
                  <a:srgbClr val="202935"/>
                </a:solidFill>
                <a:latin typeface="Arial"/>
                <a:ea typeface="Arial"/>
                <a:cs typeface="Arial"/>
              </a:rPr>
              <a:t>• Schwaches Laborpasswort ist offline auffindbar</a:t>
            </a:r>
          </a:p>
        </p:txBody>
      </p:sp>
      <p:sp>
        <p:nvSpPr>
          <p:cNvPr id="15" name="">
            <a:extLst xmlns:a="http://schemas.openxmlformats.org/drawingml/2006/main">
              <a:ext uri="{FF2B5EF4-FFF2-40B4-BE49-F238E27FC236}">
                <a16:creationId xmlns:a16="http://schemas.microsoft.com/office/drawing/2014/main" id="{81EE25C9-5150-49AB-BBF9-4D69CFF7EA0F}"/>
              </a:ext>
            </a:extLst>
          </p:cNvPr>
          <p:cNvSpPr>
            <a:spLocks xmlns:a="http://schemas.openxmlformats.org/drawingml/2006/main" noGrp="1"/>
          </p:cNvSpPr>
          <p:nvPr/>
        </p:nvSpPr>
        <p:spPr>
          <a:xfrm xmlns:a="http://schemas.openxmlformats.org/drawingml/2006/main">
            <a:off x="866775" y="53149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xmlns:a="http://schemas.openxmlformats.org/drawingml/2006/main">
            <a:pPr algn="l">
              <a:defRPr sz="1650" b="1">
                <a:solidFill>
                  <a:srgbClr val="C55A2B"/>
                </a:solidFill>
                <a:latin typeface="Arial"/>
                <a:ea typeface="Arial"/>
                <a:cs typeface="Arial"/>
              </a:defRPr>
            </a:pPr>
            <a:r>
              <a:rPr sz="1650" b="1">
                <a:solidFill>
                  <a:srgbClr val="C55A2B"/>
                </a:solidFill>
                <a:latin typeface="Arial"/>
                <a:ea typeface="Arial"/>
                <a:cs typeface="Arial"/>
              </a:rPr>
              <a:t>Der Besucher bleibt USER. Mit Annas Zugangsdaten beginnt die Dokumentsuche.</a:t>
            </a:r>
          </a:p>
        </p:txBody>
      </p:sp>
    </p:spTree>
    <p:extLst>
      <p:ext uri="{BB962C8B-B14F-4D97-AF65-F5344CB8AC3E}">
        <p14:creationId xmlns:p14="http://schemas.microsoft.com/office/powerpoint/2010/main" val="635617718"/>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450A72E-5E98-4FF6-84E2-4E4405E3B24A}"/>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090858A5-BE26-4E09-A00B-7A51E29B8B05}"/>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Live-Demo in Postman</a:t>
            </a:r>
          </a:p>
        </p:txBody>
      </p:sp>
      <p:sp>
        <p:nvSpPr>
          <p:cNvPr id="3" name="">
            <a:extLst xmlns:a="http://schemas.openxmlformats.org/drawingml/2006/main">
              <a:ext uri="{FF2B5EF4-FFF2-40B4-BE49-F238E27FC236}">
                <a16:creationId xmlns:a16="http://schemas.microsoft.com/office/drawing/2014/main" id="{8F20B977-36B3-4CEF-A98A-E2A7E857FD19}"/>
              </a:ext>
            </a:extLst>
          </p:cNvPr>
          <p:cNvSpPr>
            <a:spLocks xmlns:a="http://schemas.openxmlformats.org/drawingml/2006/main" noGrp="1"/>
          </p:cNvSpPr>
          <p:nvPr/>
        </p:nvSpPr>
        <p:spPr>
          <a:xfrm xmlns:a="http://schemas.openxmlformats.org/drawingml/2006/main">
            <a:off x="895350" y="1104900"/>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5D6872"/>
                </a:solidFill>
                <a:latin typeface="Arial"/>
                <a:ea typeface="Arial"/>
                <a:cs typeface="Arial"/>
              </a:defRPr>
            </a:defPPr>
            <a:lvl1pPr algn="l">
              <a:defRPr sz="1650" b="0">
                <a:solidFill>
                  <a:srgbClr val="5D6872"/>
                </a:solidFill>
                <a:latin typeface="Arial"/>
                <a:ea typeface="Arial"/>
                <a:cs typeface="Arial"/>
              </a:defRPr>
            </a:lvl1pPr>
            <a:lvl2pPr algn="l">
              <a:defRPr sz="1650" b="0">
                <a:solidFill>
                  <a:srgbClr val="5D6872"/>
                </a:solidFill>
                <a:latin typeface="Arial"/>
                <a:ea typeface="Arial"/>
                <a:cs typeface="Arial"/>
              </a:defRPr>
            </a:lvl2pPr>
            <a:lvl3pPr algn="l">
              <a:defRPr sz="1650" b="0">
                <a:solidFill>
                  <a:srgbClr val="5D6872"/>
                </a:solidFill>
                <a:latin typeface="Arial"/>
                <a:ea typeface="Arial"/>
                <a:cs typeface="Arial"/>
              </a:defRPr>
            </a:lvl3pPr>
            <a:lvl4pPr algn="l">
              <a:defRPr sz="1650" b="0">
                <a:solidFill>
                  <a:srgbClr val="5D6872"/>
                </a:solidFill>
                <a:latin typeface="Arial"/>
                <a:ea typeface="Arial"/>
                <a:cs typeface="Arial"/>
              </a:defRPr>
            </a:lvl4pPr>
            <a:lvl5pPr algn="l">
              <a:defRPr sz="1650" b="0">
                <a:solidFill>
                  <a:srgbClr val="5D6872"/>
                </a:solidFill>
                <a:latin typeface="Arial"/>
                <a:ea typeface="Arial"/>
                <a:cs typeface="Arial"/>
              </a:defRPr>
            </a:lvl5pPr>
            <a:lvl6pPr algn="l">
              <a:defRPr sz="1650" b="0">
                <a:solidFill>
                  <a:srgbClr val="5D6872"/>
                </a:solidFill>
                <a:latin typeface="Arial"/>
                <a:ea typeface="Arial"/>
                <a:cs typeface="Arial"/>
              </a:defRPr>
            </a:lvl6pPr>
            <a:lvl7pPr algn="l">
              <a:defRPr sz="1650" b="0">
                <a:solidFill>
                  <a:srgbClr val="5D6872"/>
                </a:solidFill>
                <a:latin typeface="Arial"/>
                <a:ea typeface="Arial"/>
                <a:cs typeface="Arial"/>
              </a:defRPr>
            </a:lvl7pPr>
            <a:lvl8pPr algn="l">
              <a:defRPr sz="1650" b="0">
                <a:solidFill>
                  <a:srgbClr val="5D6872"/>
                </a:solidFill>
                <a:latin typeface="Arial"/>
                <a:ea typeface="Arial"/>
                <a:cs typeface="Arial"/>
              </a:defRPr>
            </a:lvl8pPr>
            <a:lvl9pPr algn="l">
              <a:defRPr sz="1650" b="0">
                <a:solidFill>
                  <a:srgbClr val="5D6872"/>
                </a:solidFill>
                <a:latin typeface="Arial"/>
                <a:ea typeface="Arial"/>
                <a:cs typeface="Arial"/>
              </a:defRPr>
            </a:lvl9pPr>
          </a:lstStyle>
          <a:p xmlns:a="http://schemas.openxmlformats.org/drawingml/2006/main">
            <a:pPr algn="l">
              <a:defRPr sz="1650" b="0">
                <a:solidFill>
                  <a:srgbClr val="5D6872"/>
                </a:solidFill>
                <a:latin typeface="Arial"/>
                <a:ea typeface="Arial"/>
                <a:cs typeface="Arial"/>
              </a:defRPr>
            </a:pPr>
            <a:r>
              <a:rPr sz="1650" b="0">
                <a:solidFill>
                  <a:srgbClr val="5D6872"/>
                </a:solidFill>
                <a:latin typeface="Arial"/>
                <a:ea typeface="Arial"/>
                <a:cs typeface="Arial"/>
              </a:rPr>
              <a:t>10 Requests · Annas Laborpasswort ist bereits hinterlegt</a:t>
            </a:r>
          </a:p>
        </p:txBody>
      </p:sp>
      <p:sp>
        <p:nvSpPr>
          <p:cNvPr id="4" name="">
            <a:extLst xmlns:a="http://schemas.openxmlformats.org/drawingml/2006/main">
              <a:ext uri="{FF2B5EF4-FFF2-40B4-BE49-F238E27FC236}">
                <a16:creationId xmlns:a16="http://schemas.microsoft.com/office/drawing/2014/main" id="{A93A5973-635C-46A1-B407-C7A4BD3A7F03}"/>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5" name="">
            <a:extLst xmlns:a="http://schemas.openxmlformats.org/drawingml/2006/main">
              <a:ext uri="{FF2B5EF4-FFF2-40B4-BE49-F238E27FC236}">
                <a16:creationId xmlns:a16="http://schemas.microsoft.com/office/drawing/2014/main" id="{35BB1A5C-255A-4683-97A0-94D811270F61}"/>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6" name="">
            <a:extLst xmlns:a="http://schemas.openxmlformats.org/drawingml/2006/main">
              <a:ext uri="{FF2B5EF4-FFF2-40B4-BE49-F238E27FC236}">
                <a16:creationId xmlns:a16="http://schemas.microsoft.com/office/drawing/2014/main" id="{96F6F39A-11DC-4750-A91B-24DDA53B171C}"/>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352B4881-A858-458B-AEE1-ABF688B9C41F}"/>
              </a:ext>
            </a:extLst>
          </p:cNvPr>
          <p:cNvSpPr>
            <a:spLocks xmlns:a="http://schemas.openxmlformats.org/drawingml/2006/main" noGrp="1"/>
          </p:cNvSpPr>
          <p:nvPr/>
        </p:nvSpPr>
        <p:spPr>
          <a:xfrm xmlns:a="http://schemas.openxmlformats.org/drawingml/2006/main">
            <a:off x="781050" y="1704975"/>
            <a:ext cx="1042987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8" name="">
            <a:extLst xmlns:a="http://schemas.openxmlformats.org/drawingml/2006/main">
              <a:ext uri="{FF2B5EF4-FFF2-40B4-BE49-F238E27FC236}">
                <a16:creationId xmlns:a16="http://schemas.microsoft.com/office/drawing/2014/main" id="{E4D03282-25CF-42C3-9331-935BE1F9EC58}"/>
              </a:ext>
            </a:extLst>
          </p:cNvPr>
          <p:cNvSpPr>
            <a:spLocks xmlns:a="http://schemas.openxmlformats.org/drawingml/2006/main" noGrp="1"/>
          </p:cNvSpPr>
          <p:nvPr/>
        </p:nvSpPr>
        <p:spPr>
          <a:xfrm xmlns:a="http://schemas.openxmlformats.org/drawingml/2006/main">
            <a:off x="781050" y="1704975"/>
            <a:ext cx="1200150" cy="895350"/>
          </a:xfrm>
          <a:prstGeom xmlns:a="http://schemas.openxmlformats.org/drawingml/2006/main" prst="rect">
            <a:avLst/>
          </a:prstGeom>
          <a:solidFill xmlns:a="http://schemas.openxmlformats.org/drawingml/2006/main">
            <a:srgbClr val="EEEAE3"/>
          </a:solidFill>
          <a:ln xmlns:a="http://schemas.openxmlformats.org/drawingml/2006/main" w="9525">
            <a:solidFill>
              <a:srgbClr val="D6D4CD"/>
            </a:solidFill>
            <a:prstDash val="solid"/>
          </a:ln>
        </p:spPr>
      </p:sp>
      <p:sp>
        <p:nvSpPr>
          <p:cNvPr id="9" name="">
            <a:extLst xmlns:a="http://schemas.openxmlformats.org/drawingml/2006/main">
              <a:ext uri="{FF2B5EF4-FFF2-40B4-BE49-F238E27FC236}">
                <a16:creationId xmlns:a16="http://schemas.microsoft.com/office/drawing/2014/main" id="{AFB557F5-3FB7-4368-AAAE-0576B0898147}"/>
              </a:ext>
            </a:extLst>
          </p:cNvPr>
          <p:cNvSpPr>
            <a:spLocks xmlns:a="http://schemas.openxmlformats.org/drawingml/2006/main" noGrp="1"/>
          </p:cNvSpPr>
          <p:nvPr/>
        </p:nvSpPr>
        <p:spPr>
          <a:xfrm xmlns:a="http://schemas.openxmlformats.org/drawingml/2006/main">
            <a:off x="990600" y="1943100"/>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C55A2B"/>
                </a:solidFill>
                <a:latin typeface="Arial"/>
                <a:ea typeface="Arial"/>
                <a:cs typeface="Arial"/>
              </a:defRPr>
            </a:defPPr>
            <a:lvl1pPr algn="l">
              <a:defRPr sz="1875" b="1">
                <a:solidFill>
                  <a:srgbClr val="C55A2B"/>
                </a:solidFill>
                <a:latin typeface="Arial"/>
                <a:ea typeface="Arial"/>
                <a:cs typeface="Arial"/>
              </a:defRPr>
            </a:lvl1pPr>
            <a:lvl2pPr algn="l">
              <a:defRPr sz="1875" b="1">
                <a:solidFill>
                  <a:srgbClr val="C55A2B"/>
                </a:solidFill>
                <a:latin typeface="Arial"/>
                <a:ea typeface="Arial"/>
                <a:cs typeface="Arial"/>
              </a:defRPr>
            </a:lvl2pPr>
            <a:lvl3pPr algn="l">
              <a:defRPr sz="1875" b="1">
                <a:solidFill>
                  <a:srgbClr val="C55A2B"/>
                </a:solidFill>
                <a:latin typeface="Arial"/>
                <a:ea typeface="Arial"/>
                <a:cs typeface="Arial"/>
              </a:defRPr>
            </a:lvl3pPr>
            <a:lvl4pPr algn="l">
              <a:defRPr sz="1875" b="1">
                <a:solidFill>
                  <a:srgbClr val="C55A2B"/>
                </a:solidFill>
                <a:latin typeface="Arial"/>
                <a:ea typeface="Arial"/>
                <a:cs typeface="Arial"/>
              </a:defRPr>
            </a:lvl4pPr>
            <a:lvl5pPr algn="l">
              <a:defRPr sz="1875" b="1">
                <a:solidFill>
                  <a:srgbClr val="C55A2B"/>
                </a:solidFill>
                <a:latin typeface="Arial"/>
                <a:ea typeface="Arial"/>
                <a:cs typeface="Arial"/>
              </a:defRPr>
            </a:lvl5pPr>
            <a:lvl6pPr algn="l">
              <a:defRPr sz="1875" b="1">
                <a:solidFill>
                  <a:srgbClr val="C55A2B"/>
                </a:solidFill>
                <a:latin typeface="Arial"/>
                <a:ea typeface="Arial"/>
                <a:cs typeface="Arial"/>
              </a:defRPr>
            </a:lvl6pPr>
            <a:lvl7pPr algn="l">
              <a:defRPr sz="1875" b="1">
                <a:solidFill>
                  <a:srgbClr val="C55A2B"/>
                </a:solidFill>
                <a:latin typeface="Arial"/>
                <a:ea typeface="Arial"/>
                <a:cs typeface="Arial"/>
              </a:defRPr>
            </a:lvl7pPr>
            <a:lvl8pPr algn="l">
              <a:defRPr sz="1875" b="1">
                <a:solidFill>
                  <a:srgbClr val="C55A2B"/>
                </a:solidFill>
                <a:latin typeface="Arial"/>
                <a:ea typeface="Arial"/>
                <a:cs typeface="Arial"/>
              </a:defRPr>
            </a:lvl8pPr>
            <a:lvl9pPr algn="l">
              <a:defRPr sz="1875" b="1">
                <a:solidFill>
                  <a:srgbClr val="C55A2B"/>
                </a:solidFill>
                <a:latin typeface="Arial"/>
                <a:ea typeface="Arial"/>
                <a:cs typeface="Arial"/>
              </a:defRPr>
            </a:lvl9pPr>
          </a:lstStyle>
          <a:p xmlns:a="http://schemas.openxmlformats.org/drawingml/2006/main">
            <a:pPr algn="l">
              <a:defRPr sz="1875" b="1">
                <a:solidFill>
                  <a:srgbClr val="C55A2B"/>
                </a:solidFill>
                <a:latin typeface="Arial"/>
                <a:ea typeface="Arial"/>
                <a:cs typeface="Arial"/>
              </a:defRPr>
            </a:pPr>
            <a:r>
              <a:rPr sz="1875" b="1">
                <a:solidFill>
                  <a:srgbClr val="C55A2B"/>
                </a:solidFill>
                <a:latin typeface="Arial"/>
                <a:ea typeface="Arial"/>
                <a:cs typeface="Arial"/>
              </a:rPr>
              <a:t>1–4</a:t>
            </a:r>
          </a:p>
        </p:txBody>
      </p:sp>
      <p:sp>
        <p:nvSpPr>
          <p:cNvPr id="10" name="">
            <a:extLst xmlns:a="http://schemas.openxmlformats.org/drawingml/2006/main">
              <a:ext uri="{FF2B5EF4-FFF2-40B4-BE49-F238E27FC236}">
                <a16:creationId xmlns:a16="http://schemas.microsoft.com/office/drawing/2014/main" id="{2498D8A6-729D-4027-A1DA-F9C3FB8D86A8}"/>
              </a:ext>
            </a:extLst>
          </p:cNvPr>
          <p:cNvSpPr>
            <a:spLocks xmlns:a="http://schemas.openxmlformats.org/drawingml/2006/main" noGrp="1"/>
          </p:cNvSpPr>
          <p:nvPr/>
        </p:nvSpPr>
        <p:spPr>
          <a:xfrm xmlns:a="http://schemas.openxmlformats.org/drawingml/2006/main">
            <a:off x="2219325" y="1838325"/>
            <a:ext cx="3486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Entdecken und registrieren</a:t>
            </a:r>
          </a:p>
        </p:txBody>
      </p:sp>
      <p:sp>
        <p:nvSpPr>
          <p:cNvPr id="11" name="">
            <a:extLst xmlns:a="http://schemas.openxmlformats.org/drawingml/2006/main">
              <a:ext uri="{FF2B5EF4-FFF2-40B4-BE49-F238E27FC236}">
                <a16:creationId xmlns:a16="http://schemas.microsoft.com/office/drawing/2014/main" id="{70E62FF7-577C-4F36-AE1D-5D3977F401C0}"/>
              </a:ext>
            </a:extLst>
          </p:cNvPr>
          <p:cNvSpPr>
            <a:spLocks xmlns:a="http://schemas.openxmlformats.org/drawingml/2006/main" noGrp="1"/>
          </p:cNvSpPr>
          <p:nvPr/>
        </p:nvSpPr>
        <p:spPr>
          <a:xfrm xmlns:a="http://schemas.openxmlformats.org/drawingml/2006/main">
            <a:off x="2219325" y="2171700"/>
            <a:ext cx="866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API-Index · anonyme 401 · Signup-UUID · eigene Dokumente</a:t>
            </a:r>
          </a:p>
        </p:txBody>
      </p:sp>
      <p:sp>
        <p:nvSpPr>
          <p:cNvPr id="12" name="">
            <a:extLst xmlns:a="http://schemas.openxmlformats.org/drawingml/2006/main">
              <a:ext uri="{FF2B5EF4-FFF2-40B4-BE49-F238E27FC236}">
                <a16:creationId xmlns:a16="http://schemas.microsoft.com/office/drawing/2014/main" id="{80598AB3-EB24-47C6-9A6D-FB3934EE9EE4}"/>
              </a:ext>
            </a:extLst>
          </p:cNvPr>
          <p:cNvSpPr>
            <a:spLocks xmlns:a="http://schemas.openxmlformats.org/drawingml/2006/main" noGrp="1"/>
          </p:cNvSpPr>
          <p:nvPr/>
        </p:nvSpPr>
        <p:spPr>
          <a:xfrm xmlns:a="http://schemas.openxmlformats.org/drawingml/2006/main">
            <a:off x="781050" y="2733675"/>
            <a:ext cx="1042987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3" name="">
            <a:extLst xmlns:a="http://schemas.openxmlformats.org/drawingml/2006/main">
              <a:ext uri="{FF2B5EF4-FFF2-40B4-BE49-F238E27FC236}">
                <a16:creationId xmlns:a16="http://schemas.microsoft.com/office/drawing/2014/main" id="{27E4BF3E-8DA8-4487-B656-2C205B542641}"/>
              </a:ext>
            </a:extLst>
          </p:cNvPr>
          <p:cNvSpPr>
            <a:spLocks xmlns:a="http://schemas.openxmlformats.org/drawingml/2006/main" noGrp="1"/>
          </p:cNvSpPr>
          <p:nvPr/>
        </p:nvSpPr>
        <p:spPr>
          <a:xfrm xmlns:a="http://schemas.openxmlformats.org/drawingml/2006/main">
            <a:off x="781050" y="2733675"/>
            <a:ext cx="1200150" cy="895350"/>
          </a:xfrm>
          <a:prstGeom xmlns:a="http://schemas.openxmlformats.org/drawingml/2006/main" prst="rect">
            <a:avLst/>
          </a:prstGeom>
          <a:solidFill xmlns:a="http://schemas.openxmlformats.org/drawingml/2006/main">
            <a:srgbClr val="EEEAE3"/>
          </a:solidFill>
          <a:ln xmlns:a="http://schemas.openxmlformats.org/drawingml/2006/main" w="9525">
            <a:solidFill>
              <a:srgbClr val="D6D4CD"/>
            </a:solidFill>
            <a:prstDash val="solid"/>
          </a:ln>
        </p:spPr>
      </p:sp>
      <p:sp>
        <p:nvSpPr>
          <p:cNvPr id="14" name="">
            <a:extLst xmlns:a="http://schemas.openxmlformats.org/drawingml/2006/main">
              <a:ext uri="{FF2B5EF4-FFF2-40B4-BE49-F238E27FC236}">
                <a16:creationId xmlns:a16="http://schemas.microsoft.com/office/drawing/2014/main" id="{241E73D0-90BF-4D21-AFE0-5375AC8F8CD4}"/>
              </a:ext>
            </a:extLst>
          </p:cNvPr>
          <p:cNvSpPr>
            <a:spLocks xmlns:a="http://schemas.openxmlformats.org/drawingml/2006/main" noGrp="1"/>
          </p:cNvSpPr>
          <p:nvPr/>
        </p:nvSpPr>
        <p:spPr>
          <a:xfrm xmlns:a="http://schemas.openxmlformats.org/drawingml/2006/main">
            <a:off x="990600" y="2971800"/>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C55A2B"/>
                </a:solidFill>
                <a:latin typeface="Arial"/>
                <a:ea typeface="Arial"/>
                <a:cs typeface="Arial"/>
              </a:defRPr>
            </a:defPPr>
            <a:lvl1pPr algn="l">
              <a:defRPr sz="1875" b="1">
                <a:solidFill>
                  <a:srgbClr val="C55A2B"/>
                </a:solidFill>
                <a:latin typeface="Arial"/>
                <a:ea typeface="Arial"/>
                <a:cs typeface="Arial"/>
              </a:defRPr>
            </a:lvl1pPr>
            <a:lvl2pPr algn="l">
              <a:defRPr sz="1875" b="1">
                <a:solidFill>
                  <a:srgbClr val="C55A2B"/>
                </a:solidFill>
                <a:latin typeface="Arial"/>
                <a:ea typeface="Arial"/>
                <a:cs typeface="Arial"/>
              </a:defRPr>
            </a:lvl2pPr>
            <a:lvl3pPr algn="l">
              <a:defRPr sz="1875" b="1">
                <a:solidFill>
                  <a:srgbClr val="C55A2B"/>
                </a:solidFill>
                <a:latin typeface="Arial"/>
                <a:ea typeface="Arial"/>
                <a:cs typeface="Arial"/>
              </a:defRPr>
            </a:lvl3pPr>
            <a:lvl4pPr algn="l">
              <a:defRPr sz="1875" b="1">
                <a:solidFill>
                  <a:srgbClr val="C55A2B"/>
                </a:solidFill>
                <a:latin typeface="Arial"/>
                <a:ea typeface="Arial"/>
                <a:cs typeface="Arial"/>
              </a:defRPr>
            </a:lvl4pPr>
            <a:lvl5pPr algn="l">
              <a:defRPr sz="1875" b="1">
                <a:solidFill>
                  <a:srgbClr val="C55A2B"/>
                </a:solidFill>
                <a:latin typeface="Arial"/>
                <a:ea typeface="Arial"/>
                <a:cs typeface="Arial"/>
              </a:defRPr>
            </a:lvl5pPr>
            <a:lvl6pPr algn="l">
              <a:defRPr sz="1875" b="1">
                <a:solidFill>
                  <a:srgbClr val="C55A2B"/>
                </a:solidFill>
                <a:latin typeface="Arial"/>
                <a:ea typeface="Arial"/>
                <a:cs typeface="Arial"/>
              </a:defRPr>
            </a:lvl6pPr>
            <a:lvl7pPr algn="l">
              <a:defRPr sz="1875" b="1">
                <a:solidFill>
                  <a:srgbClr val="C55A2B"/>
                </a:solidFill>
                <a:latin typeface="Arial"/>
                <a:ea typeface="Arial"/>
                <a:cs typeface="Arial"/>
              </a:defRPr>
            </a:lvl7pPr>
            <a:lvl8pPr algn="l">
              <a:defRPr sz="1875" b="1">
                <a:solidFill>
                  <a:srgbClr val="C55A2B"/>
                </a:solidFill>
                <a:latin typeface="Arial"/>
                <a:ea typeface="Arial"/>
                <a:cs typeface="Arial"/>
              </a:defRPr>
            </a:lvl8pPr>
            <a:lvl9pPr algn="l">
              <a:defRPr sz="1875" b="1">
                <a:solidFill>
                  <a:srgbClr val="C55A2B"/>
                </a:solidFill>
                <a:latin typeface="Arial"/>
                <a:ea typeface="Arial"/>
                <a:cs typeface="Arial"/>
              </a:defRPr>
            </a:lvl9pPr>
          </a:lstStyle>
          <a:p xmlns:a="http://schemas.openxmlformats.org/drawingml/2006/main">
            <a:pPr algn="l">
              <a:defRPr sz="1875" b="1">
                <a:solidFill>
                  <a:srgbClr val="C55A2B"/>
                </a:solidFill>
                <a:latin typeface="Arial"/>
                <a:ea typeface="Arial"/>
                <a:cs typeface="Arial"/>
              </a:defRPr>
            </a:pPr>
            <a:r>
              <a:rPr sz="1875" b="1">
                <a:solidFill>
                  <a:srgbClr val="C55A2B"/>
                </a:solidFill>
                <a:latin typeface="Arial"/>
                <a:ea typeface="Arial"/>
                <a:cs typeface="Arial"/>
              </a:rPr>
              <a:t>5–6</a:t>
            </a:r>
          </a:p>
        </p:txBody>
      </p:sp>
      <p:sp>
        <p:nvSpPr>
          <p:cNvPr id="15" name="">
            <a:extLst xmlns:a="http://schemas.openxmlformats.org/drawingml/2006/main">
              <a:ext uri="{FF2B5EF4-FFF2-40B4-BE49-F238E27FC236}">
                <a16:creationId xmlns:a16="http://schemas.microsoft.com/office/drawing/2014/main" id="{69C96E8C-8A33-44A7-A575-01E12C306CFA}"/>
              </a:ext>
            </a:extLst>
          </p:cNvPr>
          <p:cNvSpPr>
            <a:spLocks xmlns:a="http://schemas.openxmlformats.org/drawingml/2006/main" noGrp="1"/>
          </p:cNvSpPr>
          <p:nvPr/>
        </p:nvSpPr>
        <p:spPr>
          <a:xfrm xmlns:a="http://schemas.openxmlformats.org/drawingml/2006/main">
            <a:off x="2219325" y="2867025"/>
            <a:ext cx="3486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Erster Durchbruch</a:t>
            </a:r>
          </a:p>
        </p:txBody>
      </p:sp>
      <p:sp>
        <p:nvSpPr>
          <p:cNvPr id="16" name="">
            <a:extLst xmlns:a="http://schemas.openxmlformats.org/drawingml/2006/main">
              <a:ext uri="{FF2B5EF4-FFF2-40B4-BE49-F238E27FC236}">
                <a16:creationId xmlns:a16="http://schemas.microsoft.com/office/drawing/2014/main" id="{C3BA1164-F4CD-4CEF-A1B2-84FEDD4BC490}"/>
              </a:ext>
            </a:extLst>
          </p:cNvPr>
          <p:cNvSpPr>
            <a:spLocks xmlns:a="http://schemas.openxmlformats.org/drawingml/2006/main" noGrp="1"/>
          </p:cNvSpPr>
          <p:nvPr/>
        </p:nvSpPr>
        <p:spPr>
          <a:xfrm xmlns:a="http://schemas.openxmlformats.org/drawingml/2006/main">
            <a:off x="2219325" y="3200400"/>
            <a:ext cx="866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Admin-Benutzerliste · Debug-Hashes</a:t>
            </a:r>
          </a:p>
        </p:txBody>
      </p:sp>
      <p:sp>
        <p:nvSpPr>
          <p:cNvPr id="17" name="">
            <a:extLst xmlns:a="http://schemas.openxmlformats.org/drawingml/2006/main">
              <a:ext uri="{FF2B5EF4-FFF2-40B4-BE49-F238E27FC236}">
                <a16:creationId xmlns:a16="http://schemas.microsoft.com/office/drawing/2014/main" id="{39863786-2314-45E7-89EC-7D8D2BEDB879}"/>
              </a:ext>
            </a:extLst>
          </p:cNvPr>
          <p:cNvSpPr>
            <a:spLocks xmlns:a="http://schemas.openxmlformats.org/drawingml/2006/main" noGrp="1"/>
          </p:cNvSpPr>
          <p:nvPr/>
        </p:nvSpPr>
        <p:spPr>
          <a:xfrm xmlns:a="http://schemas.openxmlformats.org/drawingml/2006/main">
            <a:off x="781050" y="3762375"/>
            <a:ext cx="1042987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18" name="">
            <a:extLst xmlns:a="http://schemas.openxmlformats.org/drawingml/2006/main">
              <a:ext uri="{FF2B5EF4-FFF2-40B4-BE49-F238E27FC236}">
                <a16:creationId xmlns:a16="http://schemas.microsoft.com/office/drawing/2014/main" id="{68726E4A-706F-4448-A2D8-4C0C6CDE266D}"/>
              </a:ext>
            </a:extLst>
          </p:cNvPr>
          <p:cNvSpPr>
            <a:spLocks xmlns:a="http://schemas.openxmlformats.org/drawingml/2006/main" noGrp="1"/>
          </p:cNvSpPr>
          <p:nvPr/>
        </p:nvSpPr>
        <p:spPr>
          <a:xfrm xmlns:a="http://schemas.openxmlformats.org/drawingml/2006/main">
            <a:off x="781050" y="3762375"/>
            <a:ext cx="1200150" cy="895350"/>
          </a:xfrm>
          <a:prstGeom xmlns:a="http://schemas.openxmlformats.org/drawingml/2006/main" prst="rect">
            <a:avLst/>
          </a:prstGeom>
          <a:solidFill xmlns:a="http://schemas.openxmlformats.org/drawingml/2006/main">
            <a:srgbClr val="EEEAE3"/>
          </a:solidFill>
          <a:ln xmlns:a="http://schemas.openxmlformats.org/drawingml/2006/main" w="9525">
            <a:solidFill>
              <a:srgbClr val="D6D4CD"/>
            </a:solidFill>
            <a:prstDash val="solid"/>
          </a:ln>
        </p:spPr>
      </p:sp>
      <p:sp>
        <p:nvSpPr>
          <p:cNvPr id="19" name="">
            <a:extLst xmlns:a="http://schemas.openxmlformats.org/drawingml/2006/main">
              <a:ext uri="{FF2B5EF4-FFF2-40B4-BE49-F238E27FC236}">
                <a16:creationId xmlns:a16="http://schemas.microsoft.com/office/drawing/2014/main" id="{78A62102-63CA-4CAB-9F48-857DFC3103F5}"/>
              </a:ext>
            </a:extLst>
          </p:cNvPr>
          <p:cNvSpPr>
            <a:spLocks xmlns:a="http://schemas.openxmlformats.org/drawingml/2006/main" noGrp="1"/>
          </p:cNvSpPr>
          <p:nvPr/>
        </p:nvSpPr>
        <p:spPr>
          <a:xfrm xmlns:a="http://schemas.openxmlformats.org/drawingml/2006/main">
            <a:off x="990600" y="4000500"/>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C55A2B"/>
                </a:solidFill>
                <a:latin typeface="Arial"/>
                <a:ea typeface="Arial"/>
                <a:cs typeface="Arial"/>
              </a:defRPr>
            </a:defPPr>
            <a:lvl1pPr algn="l">
              <a:defRPr sz="1875" b="1">
                <a:solidFill>
                  <a:srgbClr val="C55A2B"/>
                </a:solidFill>
                <a:latin typeface="Arial"/>
                <a:ea typeface="Arial"/>
                <a:cs typeface="Arial"/>
              </a:defRPr>
            </a:lvl1pPr>
            <a:lvl2pPr algn="l">
              <a:defRPr sz="1875" b="1">
                <a:solidFill>
                  <a:srgbClr val="C55A2B"/>
                </a:solidFill>
                <a:latin typeface="Arial"/>
                <a:ea typeface="Arial"/>
                <a:cs typeface="Arial"/>
              </a:defRPr>
            </a:lvl2pPr>
            <a:lvl3pPr algn="l">
              <a:defRPr sz="1875" b="1">
                <a:solidFill>
                  <a:srgbClr val="C55A2B"/>
                </a:solidFill>
                <a:latin typeface="Arial"/>
                <a:ea typeface="Arial"/>
                <a:cs typeface="Arial"/>
              </a:defRPr>
            </a:lvl3pPr>
            <a:lvl4pPr algn="l">
              <a:defRPr sz="1875" b="1">
                <a:solidFill>
                  <a:srgbClr val="C55A2B"/>
                </a:solidFill>
                <a:latin typeface="Arial"/>
                <a:ea typeface="Arial"/>
                <a:cs typeface="Arial"/>
              </a:defRPr>
            </a:lvl4pPr>
            <a:lvl5pPr algn="l">
              <a:defRPr sz="1875" b="1">
                <a:solidFill>
                  <a:srgbClr val="C55A2B"/>
                </a:solidFill>
                <a:latin typeface="Arial"/>
                <a:ea typeface="Arial"/>
                <a:cs typeface="Arial"/>
              </a:defRPr>
            </a:lvl5pPr>
            <a:lvl6pPr algn="l">
              <a:defRPr sz="1875" b="1">
                <a:solidFill>
                  <a:srgbClr val="C55A2B"/>
                </a:solidFill>
                <a:latin typeface="Arial"/>
                <a:ea typeface="Arial"/>
                <a:cs typeface="Arial"/>
              </a:defRPr>
            </a:lvl6pPr>
            <a:lvl7pPr algn="l">
              <a:defRPr sz="1875" b="1">
                <a:solidFill>
                  <a:srgbClr val="C55A2B"/>
                </a:solidFill>
                <a:latin typeface="Arial"/>
                <a:ea typeface="Arial"/>
                <a:cs typeface="Arial"/>
              </a:defRPr>
            </a:lvl7pPr>
            <a:lvl8pPr algn="l">
              <a:defRPr sz="1875" b="1">
                <a:solidFill>
                  <a:srgbClr val="C55A2B"/>
                </a:solidFill>
                <a:latin typeface="Arial"/>
                <a:ea typeface="Arial"/>
                <a:cs typeface="Arial"/>
              </a:defRPr>
            </a:lvl8pPr>
            <a:lvl9pPr algn="l">
              <a:defRPr sz="1875" b="1">
                <a:solidFill>
                  <a:srgbClr val="C55A2B"/>
                </a:solidFill>
                <a:latin typeface="Arial"/>
                <a:ea typeface="Arial"/>
                <a:cs typeface="Arial"/>
              </a:defRPr>
            </a:lvl9pPr>
          </a:lstStyle>
          <a:p xmlns:a="http://schemas.openxmlformats.org/drawingml/2006/main">
            <a:pPr algn="l">
              <a:defRPr sz="1875" b="1">
                <a:solidFill>
                  <a:srgbClr val="C55A2B"/>
                </a:solidFill>
                <a:latin typeface="Arial"/>
                <a:ea typeface="Arial"/>
                <a:cs typeface="Arial"/>
              </a:defRPr>
            </a:pPr>
            <a:r>
              <a:rPr sz="1875" b="1">
                <a:solidFill>
                  <a:srgbClr val="C55A2B"/>
                </a:solidFill>
                <a:latin typeface="Arial"/>
                <a:ea typeface="Arial"/>
                <a:cs typeface="Arial"/>
              </a:rPr>
              <a:t>7–8</a:t>
            </a:r>
          </a:p>
        </p:txBody>
      </p:sp>
      <p:sp>
        <p:nvSpPr>
          <p:cNvPr id="20" name="">
            <a:extLst xmlns:a="http://schemas.openxmlformats.org/drawingml/2006/main">
              <a:ext uri="{FF2B5EF4-FFF2-40B4-BE49-F238E27FC236}">
                <a16:creationId xmlns:a16="http://schemas.microsoft.com/office/drawing/2014/main" id="{D7B1CB79-7BCA-4165-A91B-54F71F9561BA}"/>
              </a:ext>
            </a:extLst>
          </p:cNvPr>
          <p:cNvSpPr>
            <a:spLocks xmlns:a="http://schemas.openxmlformats.org/drawingml/2006/main" noGrp="1"/>
          </p:cNvSpPr>
          <p:nvPr/>
        </p:nvSpPr>
        <p:spPr>
          <a:xfrm xmlns:a="http://schemas.openxmlformats.org/drawingml/2006/main">
            <a:off x="2219325" y="3895725"/>
            <a:ext cx="3486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Dokumentsuche als Anna</a:t>
            </a:r>
          </a:p>
        </p:txBody>
      </p:sp>
      <p:sp>
        <p:nvSpPr>
          <p:cNvPr id="21" name="">
            <a:extLst xmlns:a="http://schemas.openxmlformats.org/drawingml/2006/main">
              <a:ext uri="{FF2B5EF4-FFF2-40B4-BE49-F238E27FC236}">
                <a16:creationId xmlns:a16="http://schemas.microsoft.com/office/drawing/2014/main" id="{62182334-534F-4E9C-BEAD-DD8EF9E2E0B9}"/>
              </a:ext>
            </a:extLst>
          </p:cNvPr>
          <p:cNvSpPr>
            <a:spLocks xmlns:a="http://schemas.openxmlformats.org/drawingml/2006/main" noGrp="1"/>
          </p:cNvSpPr>
          <p:nvPr/>
        </p:nvSpPr>
        <p:spPr>
          <a:xfrm xmlns:a="http://schemas.openxmlformats.org/drawingml/2006/main">
            <a:off x="2219325" y="4229100"/>
            <a:ext cx="866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Eigene UUID · fremde UUID ohne Treffer</a:t>
            </a:r>
          </a:p>
        </p:txBody>
      </p:sp>
      <p:sp>
        <p:nvSpPr>
          <p:cNvPr id="22" name="">
            <a:extLst xmlns:a="http://schemas.openxmlformats.org/drawingml/2006/main">
              <a:ext uri="{FF2B5EF4-FFF2-40B4-BE49-F238E27FC236}">
                <a16:creationId xmlns:a16="http://schemas.microsoft.com/office/drawing/2014/main" id="{15C6E531-D61D-45AE-915B-2F21383B3462}"/>
              </a:ext>
            </a:extLst>
          </p:cNvPr>
          <p:cNvSpPr>
            <a:spLocks xmlns:a="http://schemas.openxmlformats.org/drawingml/2006/main" noGrp="1"/>
          </p:cNvSpPr>
          <p:nvPr/>
        </p:nvSpPr>
        <p:spPr>
          <a:xfrm xmlns:a="http://schemas.openxmlformats.org/drawingml/2006/main">
            <a:off x="781050" y="4791075"/>
            <a:ext cx="10429875"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D6D4CD"/>
            </a:solidFill>
            <a:prstDash val="solid"/>
          </a:ln>
        </p:spPr>
      </p:sp>
      <p:sp>
        <p:nvSpPr>
          <p:cNvPr id="23" name="">
            <a:extLst xmlns:a="http://schemas.openxmlformats.org/drawingml/2006/main">
              <a:ext uri="{FF2B5EF4-FFF2-40B4-BE49-F238E27FC236}">
                <a16:creationId xmlns:a16="http://schemas.microsoft.com/office/drawing/2014/main" id="{526BEB45-C627-45F3-B391-CBA0F19E4AF7}"/>
              </a:ext>
            </a:extLst>
          </p:cNvPr>
          <p:cNvSpPr>
            <a:spLocks xmlns:a="http://schemas.openxmlformats.org/drawingml/2006/main" noGrp="1"/>
          </p:cNvSpPr>
          <p:nvPr/>
        </p:nvSpPr>
        <p:spPr>
          <a:xfrm xmlns:a="http://schemas.openxmlformats.org/drawingml/2006/main">
            <a:off x="781050" y="4791075"/>
            <a:ext cx="1200150" cy="895350"/>
          </a:xfrm>
          <a:prstGeom xmlns:a="http://schemas.openxmlformats.org/drawingml/2006/main" prst="rect">
            <a:avLst/>
          </a:prstGeom>
          <a:solidFill xmlns:a="http://schemas.openxmlformats.org/drawingml/2006/main">
            <a:srgbClr val="F4E6DA"/>
          </a:solidFill>
          <a:ln xmlns:a="http://schemas.openxmlformats.org/drawingml/2006/main" w="9525">
            <a:solidFill>
              <a:srgbClr val="C55A2B"/>
            </a:solidFill>
            <a:prstDash val="solid"/>
          </a:ln>
        </p:spPr>
      </p:sp>
      <p:sp>
        <p:nvSpPr>
          <p:cNvPr id="24" name="">
            <a:extLst xmlns:a="http://schemas.openxmlformats.org/drawingml/2006/main">
              <a:ext uri="{FF2B5EF4-FFF2-40B4-BE49-F238E27FC236}">
                <a16:creationId xmlns:a16="http://schemas.microsoft.com/office/drawing/2014/main" id="{973A9FBC-E69B-4780-98CC-DDFBB0CCB572}"/>
              </a:ext>
            </a:extLst>
          </p:cNvPr>
          <p:cNvSpPr>
            <a:spLocks xmlns:a="http://schemas.openxmlformats.org/drawingml/2006/main" noGrp="1"/>
          </p:cNvSpPr>
          <p:nvPr/>
        </p:nvSpPr>
        <p:spPr>
          <a:xfrm xmlns:a="http://schemas.openxmlformats.org/drawingml/2006/main">
            <a:off x="990600" y="5029200"/>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C55A2B"/>
                </a:solidFill>
                <a:latin typeface="Arial"/>
                <a:ea typeface="Arial"/>
                <a:cs typeface="Arial"/>
              </a:defRPr>
            </a:defPPr>
            <a:lvl1pPr algn="l">
              <a:defRPr sz="1875" b="1">
                <a:solidFill>
                  <a:srgbClr val="C55A2B"/>
                </a:solidFill>
                <a:latin typeface="Arial"/>
                <a:ea typeface="Arial"/>
                <a:cs typeface="Arial"/>
              </a:defRPr>
            </a:lvl1pPr>
            <a:lvl2pPr algn="l">
              <a:defRPr sz="1875" b="1">
                <a:solidFill>
                  <a:srgbClr val="C55A2B"/>
                </a:solidFill>
                <a:latin typeface="Arial"/>
                <a:ea typeface="Arial"/>
                <a:cs typeface="Arial"/>
              </a:defRPr>
            </a:lvl2pPr>
            <a:lvl3pPr algn="l">
              <a:defRPr sz="1875" b="1">
                <a:solidFill>
                  <a:srgbClr val="C55A2B"/>
                </a:solidFill>
                <a:latin typeface="Arial"/>
                <a:ea typeface="Arial"/>
                <a:cs typeface="Arial"/>
              </a:defRPr>
            </a:lvl3pPr>
            <a:lvl4pPr algn="l">
              <a:defRPr sz="1875" b="1">
                <a:solidFill>
                  <a:srgbClr val="C55A2B"/>
                </a:solidFill>
                <a:latin typeface="Arial"/>
                <a:ea typeface="Arial"/>
                <a:cs typeface="Arial"/>
              </a:defRPr>
            </a:lvl4pPr>
            <a:lvl5pPr algn="l">
              <a:defRPr sz="1875" b="1">
                <a:solidFill>
                  <a:srgbClr val="C55A2B"/>
                </a:solidFill>
                <a:latin typeface="Arial"/>
                <a:ea typeface="Arial"/>
                <a:cs typeface="Arial"/>
              </a:defRPr>
            </a:lvl5pPr>
            <a:lvl6pPr algn="l">
              <a:defRPr sz="1875" b="1">
                <a:solidFill>
                  <a:srgbClr val="C55A2B"/>
                </a:solidFill>
                <a:latin typeface="Arial"/>
                <a:ea typeface="Arial"/>
                <a:cs typeface="Arial"/>
              </a:defRPr>
            </a:lvl6pPr>
            <a:lvl7pPr algn="l">
              <a:defRPr sz="1875" b="1">
                <a:solidFill>
                  <a:srgbClr val="C55A2B"/>
                </a:solidFill>
                <a:latin typeface="Arial"/>
                <a:ea typeface="Arial"/>
                <a:cs typeface="Arial"/>
              </a:defRPr>
            </a:lvl7pPr>
            <a:lvl8pPr algn="l">
              <a:defRPr sz="1875" b="1">
                <a:solidFill>
                  <a:srgbClr val="C55A2B"/>
                </a:solidFill>
                <a:latin typeface="Arial"/>
                <a:ea typeface="Arial"/>
                <a:cs typeface="Arial"/>
              </a:defRPr>
            </a:lvl8pPr>
            <a:lvl9pPr algn="l">
              <a:defRPr sz="1875" b="1">
                <a:solidFill>
                  <a:srgbClr val="C55A2B"/>
                </a:solidFill>
                <a:latin typeface="Arial"/>
                <a:ea typeface="Arial"/>
                <a:cs typeface="Arial"/>
              </a:defRPr>
            </a:lvl9pPr>
          </a:lstStyle>
          <a:p xmlns:a="http://schemas.openxmlformats.org/drawingml/2006/main">
            <a:pPr algn="l">
              <a:defRPr sz="1875" b="1">
                <a:solidFill>
                  <a:srgbClr val="C55A2B"/>
                </a:solidFill>
                <a:latin typeface="Arial"/>
                <a:ea typeface="Arial"/>
                <a:cs typeface="Arial"/>
              </a:defRPr>
            </a:pPr>
            <a:r>
              <a:rPr sz="1875" b="1">
                <a:solidFill>
                  <a:srgbClr val="C55A2B"/>
                </a:solidFill>
                <a:latin typeface="Arial"/>
                <a:ea typeface="Arial"/>
                <a:cs typeface="Arial"/>
              </a:rPr>
              <a:t>9–10</a:t>
            </a:r>
          </a:p>
        </p:txBody>
      </p:sp>
      <p:sp>
        <p:nvSpPr>
          <p:cNvPr id="25" name="">
            <a:extLst xmlns:a="http://schemas.openxmlformats.org/drawingml/2006/main">
              <a:ext uri="{FF2B5EF4-FFF2-40B4-BE49-F238E27FC236}">
                <a16:creationId xmlns:a16="http://schemas.microsoft.com/office/drawing/2014/main" id="{C87A88DD-8574-4A70-B497-F1EC89B8835F}"/>
              </a:ext>
            </a:extLst>
          </p:cNvPr>
          <p:cNvSpPr>
            <a:spLocks xmlns:a="http://schemas.openxmlformats.org/drawingml/2006/main" noGrp="1"/>
          </p:cNvSpPr>
          <p:nvPr/>
        </p:nvSpPr>
        <p:spPr>
          <a:xfrm xmlns:a="http://schemas.openxmlformats.org/drawingml/2006/main">
            <a:off x="2219325" y="4924425"/>
            <a:ext cx="3486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02935"/>
                </a:solidFill>
                <a:latin typeface="Arial"/>
                <a:ea typeface="Arial"/>
                <a:cs typeface="Arial"/>
              </a:defRPr>
            </a:defPPr>
            <a:lvl1pPr algn="l">
              <a:defRPr sz="1650" b="1">
                <a:solidFill>
                  <a:srgbClr val="202935"/>
                </a:solidFill>
                <a:latin typeface="Arial"/>
                <a:ea typeface="Arial"/>
                <a:cs typeface="Arial"/>
              </a:defRPr>
            </a:lvl1pPr>
            <a:lvl2pPr algn="l">
              <a:defRPr sz="1650" b="1">
                <a:solidFill>
                  <a:srgbClr val="202935"/>
                </a:solidFill>
                <a:latin typeface="Arial"/>
                <a:ea typeface="Arial"/>
                <a:cs typeface="Arial"/>
              </a:defRPr>
            </a:lvl2pPr>
            <a:lvl3pPr algn="l">
              <a:defRPr sz="1650" b="1">
                <a:solidFill>
                  <a:srgbClr val="202935"/>
                </a:solidFill>
                <a:latin typeface="Arial"/>
                <a:ea typeface="Arial"/>
                <a:cs typeface="Arial"/>
              </a:defRPr>
            </a:lvl3pPr>
            <a:lvl4pPr algn="l">
              <a:defRPr sz="1650" b="1">
                <a:solidFill>
                  <a:srgbClr val="202935"/>
                </a:solidFill>
                <a:latin typeface="Arial"/>
                <a:ea typeface="Arial"/>
                <a:cs typeface="Arial"/>
              </a:defRPr>
            </a:lvl4pPr>
            <a:lvl5pPr algn="l">
              <a:defRPr sz="1650" b="1">
                <a:solidFill>
                  <a:srgbClr val="202935"/>
                </a:solidFill>
                <a:latin typeface="Arial"/>
                <a:ea typeface="Arial"/>
                <a:cs typeface="Arial"/>
              </a:defRPr>
            </a:lvl5pPr>
            <a:lvl6pPr algn="l">
              <a:defRPr sz="1650" b="1">
                <a:solidFill>
                  <a:srgbClr val="202935"/>
                </a:solidFill>
                <a:latin typeface="Arial"/>
                <a:ea typeface="Arial"/>
                <a:cs typeface="Arial"/>
              </a:defRPr>
            </a:lvl6pPr>
            <a:lvl7pPr algn="l">
              <a:defRPr sz="1650" b="1">
                <a:solidFill>
                  <a:srgbClr val="202935"/>
                </a:solidFill>
                <a:latin typeface="Arial"/>
                <a:ea typeface="Arial"/>
                <a:cs typeface="Arial"/>
              </a:defRPr>
            </a:lvl7pPr>
            <a:lvl8pPr algn="l">
              <a:defRPr sz="1650" b="1">
                <a:solidFill>
                  <a:srgbClr val="202935"/>
                </a:solidFill>
                <a:latin typeface="Arial"/>
                <a:ea typeface="Arial"/>
                <a:cs typeface="Arial"/>
              </a:defRPr>
            </a:lvl8pPr>
            <a:lvl9pPr algn="l">
              <a:defRPr sz="1650" b="1">
                <a:solidFill>
                  <a:srgbClr val="202935"/>
                </a:solidFill>
                <a:latin typeface="Arial"/>
                <a:ea typeface="Arial"/>
                <a:cs typeface="Arial"/>
              </a:defRPr>
            </a:lvl9pPr>
          </a:lstStyle>
          <a:p xmlns:a="http://schemas.openxmlformats.org/drawingml/2006/main">
            <a:pPr algn="l">
              <a:defRPr sz="1650" b="1">
                <a:solidFill>
                  <a:srgbClr val="202935"/>
                </a:solidFill>
                <a:latin typeface="Arial"/>
                <a:ea typeface="Arial"/>
                <a:cs typeface="Arial"/>
              </a:defRPr>
            </a:pPr>
            <a:r>
              <a:rPr sz="1650" b="1">
                <a:solidFill>
                  <a:srgbClr val="202935"/>
                </a:solidFill>
                <a:latin typeface="Arial"/>
                <a:ea typeface="Arial"/>
                <a:cs typeface="Arial"/>
              </a:rPr>
              <a:t>Injection und Vergleich</a:t>
            </a:r>
          </a:p>
        </p:txBody>
      </p:sp>
      <p:sp>
        <p:nvSpPr>
          <p:cNvPr id="26" name="">
            <a:extLst xmlns:a="http://schemas.openxmlformats.org/drawingml/2006/main">
              <a:ext uri="{FF2B5EF4-FFF2-40B4-BE49-F238E27FC236}">
                <a16:creationId xmlns:a16="http://schemas.microsoft.com/office/drawing/2014/main" id="{794090FD-2641-495D-B784-AE96BFE134E0}"/>
              </a:ext>
            </a:extLst>
          </p:cNvPr>
          <p:cNvSpPr>
            <a:spLocks xmlns:a="http://schemas.openxmlformats.org/drawingml/2006/main" noGrp="1"/>
          </p:cNvSpPr>
          <p:nvPr/>
        </p:nvSpPr>
        <p:spPr>
          <a:xfrm xmlns:a="http://schemas.openxmlformats.org/drawingml/2006/main">
            <a:off x="2219325" y="5257800"/>
            <a:ext cx="866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xmlns:a="http://schemas.openxmlformats.org/drawingml/2006/main">
            <a:pPr algn="l">
              <a:defRPr sz="1425" b="0">
                <a:solidFill>
                  <a:srgbClr val="5D6872"/>
                </a:solidFill>
                <a:latin typeface="Arial"/>
                <a:ea typeface="Arial"/>
                <a:cs typeface="Arial"/>
              </a:defRPr>
            </a:pPr>
            <a:r>
              <a:rPr sz="1425" b="0">
                <a:solidFill>
                  <a:srgbClr val="5D6872"/>
                </a:solidFill>
                <a:latin typeface="Arial"/>
                <a:ea typeface="Arial"/>
                <a:cs typeface="Arial"/>
              </a:rPr>
              <a:t>Fremde Dokumente · sichere Abfrage ohne Treffer</a:t>
            </a:r>
          </a:p>
        </p:txBody>
      </p:sp>
    </p:spTree>
    <p:extLst>
      <p:ext uri="{BB962C8B-B14F-4D97-AF65-F5344CB8AC3E}">
        <p14:creationId xmlns:p14="http://schemas.microsoft.com/office/powerpoint/2010/main" val="1257833390"/>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464264C-17F8-4436-90CE-884984BC527A}"/>
              </a:ext>
            </a:extLst>
          </p:cNvPr>
          <p:cNvSpPr>
            <a:spLocks xmlns:a="http://schemas.openxmlformats.org/drawingml/2006/main" noGrp="1"/>
          </p:cNvSpPr>
          <p:nvPr/>
        </p:nvSpPr>
        <p:spPr>
          <a:xfrm xmlns:a="http://schemas.openxmlformats.org/drawingml/2006/main">
            <a:off x="685800" y="514350"/>
            <a:ext cx="57150" cy="428625"/>
          </a:xfrm>
          <a:prstGeom xmlns:a="http://schemas.openxmlformats.org/drawingml/2006/main" prst="rect">
            <a:avLst/>
          </a:prstGeom>
          <a:solidFill xmlns:a="http://schemas.openxmlformats.org/drawingml/2006/main">
            <a:srgbClr val="C55A2B"/>
          </a:solidFill>
          <a:ln xmlns:a="http://schemas.openxmlformats.org/drawingml/2006/main" w="0">
            <a:solidFill>
              <a:srgbClr val="C55A2B"/>
            </a:solidFill>
            <a:prstDash val="solid"/>
          </a:ln>
        </p:spPr>
      </p:sp>
      <p:sp>
        <p:nvSpPr>
          <p:cNvPr id="2" name="">
            <a:extLst xmlns:a="http://schemas.openxmlformats.org/drawingml/2006/main">
              <a:ext uri="{FF2B5EF4-FFF2-40B4-BE49-F238E27FC236}">
                <a16:creationId xmlns:a16="http://schemas.microsoft.com/office/drawing/2014/main" id="{BCAFCC22-F4F2-40B6-BCDE-CDAB0870ABEF}"/>
              </a:ext>
            </a:extLst>
          </p:cNvPr>
          <p:cNvSpPr>
            <a:spLocks xmlns:a="http://schemas.openxmlformats.org/drawingml/2006/main" noGrp="1"/>
          </p:cNvSpPr>
          <p:nvPr/>
        </p:nvSpPr>
        <p:spPr>
          <a:xfrm xmlns:a="http://schemas.openxmlformats.org/drawingml/2006/main">
            <a:off x="895350" y="466725"/>
            <a:ext cx="1042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202935"/>
                </a:solidFill>
                <a:latin typeface="Arial"/>
                <a:ea typeface="Arial"/>
                <a:cs typeface="Arial"/>
              </a:defRPr>
            </a:defPPr>
            <a:lvl1pPr algn="l">
              <a:defRPr sz="3000" b="1">
                <a:solidFill>
                  <a:srgbClr val="202935"/>
                </a:solidFill>
                <a:latin typeface="Arial"/>
                <a:ea typeface="Arial"/>
                <a:cs typeface="Arial"/>
              </a:defRPr>
            </a:lvl1pPr>
            <a:lvl2pPr algn="l">
              <a:defRPr sz="3000" b="1">
                <a:solidFill>
                  <a:srgbClr val="202935"/>
                </a:solidFill>
                <a:latin typeface="Arial"/>
                <a:ea typeface="Arial"/>
                <a:cs typeface="Arial"/>
              </a:defRPr>
            </a:lvl2pPr>
            <a:lvl3pPr algn="l">
              <a:defRPr sz="3000" b="1">
                <a:solidFill>
                  <a:srgbClr val="202935"/>
                </a:solidFill>
                <a:latin typeface="Arial"/>
                <a:ea typeface="Arial"/>
                <a:cs typeface="Arial"/>
              </a:defRPr>
            </a:lvl3pPr>
            <a:lvl4pPr algn="l">
              <a:defRPr sz="3000" b="1">
                <a:solidFill>
                  <a:srgbClr val="202935"/>
                </a:solidFill>
                <a:latin typeface="Arial"/>
                <a:ea typeface="Arial"/>
                <a:cs typeface="Arial"/>
              </a:defRPr>
            </a:lvl4pPr>
            <a:lvl5pPr algn="l">
              <a:defRPr sz="3000" b="1">
                <a:solidFill>
                  <a:srgbClr val="202935"/>
                </a:solidFill>
                <a:latin typeface="Arial"/>
                <a:ea typeface="Arial"/>
                <a:cs typeface="Arial"/>
              </a:defRPr>
            </a:lvl5pPr>
            <a:lvl6pPr algn="l">
              <a:defRPr sz="3000" b="1">
                <a:solidFill>
                  <a:srgbClr val="202935"/>
                </a:solidFill>
                <a:latin typeface="Arial"/>
                <a:ea typeface="Arial"/>
                <a:cs typeface="Arial"/>
              </a:defRPr>
            </a:lvl6pPr>
            <a:lvl7pPr algn="l">
              <a:defRPr sz="3000" b="1">
                <a:solidFill>
                  <a:srgbClr val="202935"/>
                </a:solidFill>
                <a:latin typeface="Arial"/>
                <a:ea typeface="Arial"/>
                <a:cs typeface="Arial"/>
              </a:defRPr>
            </a:lvl7pPr>
            <a:lvl8pPr algn="l">
              <a:defRPr sz="3000" b="1">
                <a:solidFill>
                  <a:srgbClr val="202935"/>
                </a:solidFill>
                <a:latin typeface="Arial"/>
                <a:ea typeface="Arial"/>
                <a:cs typeface="Arial"/>
              </a:defRPr>
            </a:lvl8pPr>
            <a:lvl9pPr algn="l">
              <a:defRPr sz="3000" b="1">
                <a:solidFill>
                  <a:srgbClr val="202935"/>
                </a:solidFill>
                <a:latin typeface="Arial"/>
                <a:ea typeface="Arial"/>
                <a:cs typeface="Arial"/>
              </a:defRPr>
            </a:lvl9pPr>
          </a:lstStyle>
          <a:p xmlns:a="http://schemas.openxmlformats.org/drawingml/2006/main">
            <a:pPr algn="l">
              <a:defRPr sz="3000" b="1">
                <a:solidFill>
                  <a:srgbClr val="202935"/>
                </a:solidFill>
                <a:latin typeface="Arial"/>
                <a:ea typeface="Arial"/>
                <a:cs typeface="Arial"/>
              </a:defRPr>
            </a:pPr>
            <a:r>
              <a:rPr sz="3000" b="1">
                <a:solidFill>
                  <a:srgbClr val="202935"/>
                </a:solidFill>
                <a:latin typeface="Arial"/>
                <a:ea typeface="Arial"/>
                <a:cs typeface="Arial"/>
              </a:rPr>
              <a:t>Fazit: Risiken entstehen in Kombination</a:t>
            </a:r>
          </a:p>
        </p:txBody>
      </p:sp>
      <p:sp>
        <p:nvSpPr>
          <p:cNvPr id="3" name="">
            <a:extLst xmlns:a="http://schemas.openxmlformats.org/drawingml/2006/main">
              <a:ext uri="{FF2B5EF4-FFF2-40B4-BE49-F238E27FC236}">
                <a16:creationId xmlns:a16="http://schemas.microsoft.com/office/drawing/2014/main" id="{9853742A-C9CD-4D0B-AF35-03ACE7120C85}"/>
              </a:ext>
            </a:extLst>
          </p:cNvPr>
          <p:cNvSpPr>
            <a:spLocks xmlns:a="http://schemas.openxmlformats.org/drawingml/2006/main" noGrp="1"/>
          </p:cNvSpPr>
          <p:nvPr/>
        </p:nvSpPr>
        <p:spPr>
          <a:xfrm xmlns:a="http://schemas.openxmlformats.org/drawingml/2006/main">
            <a:off x="685800" y="6438900"/>
            <a:ext cx="10820400"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4" name="">
            <a:extLst xmlns:a="http://schemas.openxmlformats.org/drawingml/2006/main">
              <a:ext uri="{FF2B5EF4-FFF2-40B4-BE49-F238E27FC236}">
                <a16:creationId xmlns:a16="http://schemas.microsoft.com/office/drawing/2014/main" id="{7FCDD542-BA61-4AB7-87F8-67B399654508}"/>
              </a:ext>
            </a:extLst>
          </p:cNvPr>
          <p:cNvSpPr>
            <a:spLocks xmlns:a="http://schemas.openxmlformats.org/drawingml/2006/main" noGrp="1"/>
          </p:cNvSpPr>
          <p:nvPr/>
        </p:nvSpPr>
        <p:spPr>
          <a:xfrm xmlns:a="http://schemas.openxmlformats.org/drawingml/2006/main">
            <a:off x="685800" y="6505575"/>
            <a:ext cx="447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50" b="1">
                <a:solidFill>
                  <a:srgbClr val="5D6872"/>
                </a:solidFill>
                <a:latin typeface="Arial"/>
                <a:ea typeface="Arial"/>
                <a:cs typeface="Arial"/>
              </a:defRPr>
            </a:defPPr>
            <a:lvl1pPr algn="l">
              <a:defRPr sz="750" b="1">
                <a:solidFill>
                  <a:srgbClr val="5D6872"/>
                </a:solidFill>
                <a:latin typeface="Arial"/>
                <a:ea typeface="Arial"/>
                <a:cs typeface="Arial"/>
              </a:defRPr>
            </a:lvl1pPr>
            <a:lvl2pPr algn="l">
              <a:defRPr sz="750" b="1">
                <a:solidFill>
                  <a:srgbClr val="5D6872"/>
                </a:solidFill>
                <a:latin typeface="Arial"/>
                <a:ea typeface="Arial"/>
                <a:cs typeface="Arial"/>
              </a:defRPr>
            </a:lvl2pPr>
            <a:lvl3pPr algn="l">
              <a:defRPr sz="750" b="1">
                <a:solidFill>
                  <a:srgbClr val="5D6872"/>
                </a:solidFill>
                <a:latin typeface="Arial"/>
                <a:ea typeface="Arial"/>
                <a:cs typeface="Arial"/>
              </a:defRPr>
            </a:lvl3pPr>
            <a:lvl4pPr algn="l">
              <a:defRPr sz="750" b="1">
                <a:solidFill>
                  <a:srgbClr val="5D6872"/>
                </a:solidFill>
                <a:latin typeface="Arial"/>
                <a:ea typeface="Arial"/>
                <a:cs typeface="Arial"/>
              </a:defRPr>
            </a:lvl4pPr>
            <a:lvl5pPr algn="l">
              <a:defRPr sz="750" b="1">
                <a:solidFill>
                  <a:srgbClr val="5D6872"/>
                </a:solidFill>
                <a:latin typeface="Arial"/>
                <a:ea typeface="Arial"/>
                <a:cs typeface="Arial"/>
              </a:defRPr>
            </a:lvl5pPr>
            <a:lvl6pPr algn="l">
              <a:defRPr sz="750" b="1">
                <a:solidFill>
                  <a:srgbClr val="5D6872"/>
                </a:solidFill>
                <a:latin typeface="Arial"/>
                <a:ea typeface="Arial"/>
                <a:cs typeface="Arial"/>
              </a:defRPr>
            </a:lvl6pPr>
            <a:lvl7pPr algn="l">
              <a:defRPr sz="750" b="1">
                <a:solidFill>
                  <a:srgbClr val="5D6872"/>
                </a:solidFill>
                <a:latin typeface="Arial"/>
                <a:ea typeface="Arial"/>
                <a:cs typeface="Arial"/>
              </a:defRPr>
            </a:lvl7pPr>
            <a:lvl8pPr algn="l">
              <a:defRPr sz="750" b="1">
                <a:solidFill>
                  <a:srgbClr val="5D6872"/>
                </a:solidFill>
                <a:latin typeface="Arial"/>
                <a:ea typeface="Arial"/>
                <a:cs typeface="Arial"/>
              </a:defRPr>
            </a:lvl8pPr>
            <a:lvl9pPr algn="l">
              <a:defRPr sz="750" b="1">
                <a:solidFill>
                  <a:srgbClr val="5D6872"/>
                </a:solidFill>
                <a:latin typeface="Arial"/>
                <a:ea typeface="Arial"/>
                <a:cs typeface="Arial"/>
              </a:defRPr>
            </a:lvl9pPr>
          </a:lstStyle>
          <a:p xmlns:a="http://schemas.openxmlformats.org/drawingml/2006/main">
            <a:pPr algn="l">
              <a:defRPr sz="750" b="1">
                <a:solidFill>
                  <a:srgbClr val="5D6872"/>
                </a:solidFill>
                <a:latin typeface="Arial"/>
                <a:ea typeface="Arial"/>
                <a:cs typeface="Arial"/>
              </a:defRPr>
            </a:pPr>
            <a:r>
              <a:rPr sz="750" b="1">
                <a:solidFill>
                  <a:srgbClr val="5D6872"/>
                </a:solidFill>
                <a:latin typeface="Arial"/>
                <a:ea typeface="Arial"/>
                <a:cs typeface="Arial"/>
              </a:rPr>
              <a:t>ORGARCHIVE / SPRING SECURITY</a:t>
            </a:r>
          </a:p>
        </p:txBody>
      </p:sp>
      <p:sp>
        <p:nvSpPr>
          <p:cNvPr id="5" name="">
            <a:extLst xmlns:a="http://schemas.openxmlformats.org/drawingml/2006/main">
              <a:ext uri="{FF2B5EF4-FFF2-40B4-BE49-F238E27FC236}">
                <a16:creationId xmlns:a16="http://schemas.microsoft.com/office/drawing/2014/main" id="{D1B97DE3-664B-49AE-A97F-4CDC9025C25A}"/>
              </a:ext>
            </a:extLst>
          </p:cNvPr>
          <p:cNvSpPr>
            <a:spLocks xmlns:a="http://schemas.openxmlformats.org/drawingml/2006/main" noGrp="1"/>
          </p:cNvSpPr>
          <p:nvPr/>
        </p:nvSpPr>
        <p:spPr>
          <a:xfrm xmlns:a="http://schemas.openxmlformats.org/drawingml/2006/main">
            <a:off x="10953750" y="650557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750" b="0">
                <a:solidFill>
                  <a:srgbClr val="5D6872"/>
                </a:solidFill>
                <a:latin typeface="Arial"/>
                <a:ea typeface="Arial"/>
                <a:cs typeface="Arial"/>
              </a:defRPr>
            </a:defPPr>
            <a:lvl1pPr algn="r">
              <a:defRPr sz="750" b="0">
                <a:solidFill>
                  <a:srgbClr val="5D6872"/>
                </a:solidFill>
                <a:latin typeface="Arial"/>
                <a:ea typeface="Arial"/>
                <a:cs typeface="Arial"/>
              </a:defRPr>
            </a:lvl1pPr>
            <a:lvl2pPr algn="r">
              <a:defRPr sz="750" b="0">
                <a:solidFill>
                  <a:srgbClr val="5D6872"/>
                </a:solidFill>
                <a:latin typeface="Arial"/>
                <a:ea typeface="Arial"/>
                <a:cs typeface="Arial"/>
              </a:defRPr>
            </a:lvl2pPr>
            <a:lvl3pPr algn="r">
              <a:defRPr sz="750" b="0">
                <a:solidFill>
                  <a:srgbClr val="5D6872"/>
                </a:solidFill>
                <a:latin typeface="Arial"/>
                <a:ea typeface="Arial"/>
                <a:cs typeface="Arial"/>
              </a:defRPr>
            </a:lvl3pPr>
            <a:lvl4pPr algn="r">
              <a:defRPr sz="750" b="0">
                <a:solidFill>
                  <a:srgbClr val="5D6872"/>
                </a:solidFill>
                <a:latin typeface="Arial"/>
                <a:ea typeface="Arial"/>
                <a:cs typeface="Arial"/>
              </a:defRPr>
            </a:lvl4pPr>
            <a:lvl5pPr algn="r">
              <a:defRPr sz="750" b="0">
                <a:solidFill>
                  <a:srgbClr val="5D6872"/>
                </a:solidFill>
                <a:latin typeface="Arial"/>
                <a:ea typeface="Arial"/>
                <a:cs typeface="Arial"/>
              </a:defRPr>
            </a:lvl5pPr>
            <a:lvl6pPr algn="r">
              <a:defRPr sz="750" b="0">
                <a:solidFill>
                  <a:srgbClr val="5D6872"/>
                </a:solidFill>
                <a:latin typeface="Arial"/>
                <a:ea typeface="Arial"/>
                <a:cs typeface="Arial"/>
              </a:defRPr>
            </a:lvl6pPr>
            <a:lvl7pPr algn="r">
              <a:defRPr sz="750" b="0">
                <a:solidFill>
                  <a:srgbClr val="5D6872"/>
                </a:solidFill>
                <a:latin typeface="Arial"/>
                <a:ea typeface="Arial"/>
                <a:cs typeface="Arial"/>
              </a:defRPr>
            </a:lvl7pPr>
            <a:lvl8pPr algn="r">
              <a:defRPr sz="750" b="0">
                <a:solidFill>
                  <a:srgbClr val="5D6872"/>
                </a:solidFill>
                <a:latin typeface="Arial"/>
                <a:ea typeface="Arial"/>
                <a:cs typeface="Arial"/>
              </a:defRPr>
            </a:lvl8pPr>
            <a:lvl9pPr algn="r">
              <a:defRPr sz="750" b="0">
                <a:solidFill>
                  <a:srgbClr val="5D6872"/>
                </a:solidFill>
                <a:latin typeface="Arial"/>
                <a:ea typeface="Arial"/>
                <a:cs typeface="Arial"/>
              </a:defRPr>
            </a:lvl9pPr>
          </a:lstStyle>
          <a:p xmlns:a="http://schemas.openxmlformats.org/drawingml/2006/main">
            <a:pPr algn="r">
              <a:defRPr sz="750" b="0">
                <a:solidFill>
                  <a:srgbClr val="5D6872"/>
                </a:solidFill>
                <a:latin typeface="Arial"/>
                <a:ea typeface="Arial"/>
                <a:cs typeface="Arial"/>
              </a:defRPr>
            </a:pPr>
            <a:r>
              <a:rPr sz="750" b="0">
                <a:solidFill>
                  <a:srgbClr val="5D6872"/>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45D6E0E7-660F-4949-99B3-00ED2A499884}"/>
              </a:ext>
            </a:extLst>
          </p:cNvPr>
          <p:cNvSpPr>
            <a:spLocks xmlns:a="http://schemas.openxmlformats.org/drawingml/2006/main" noGrp="1"/>
          </p:cNvSpPr>
          <p:nvPr/>
        </p:nvSpPr>
        <p:spPr>
          <a:xfrm xmlns:a="http://schemas.openxmlformats.org/drawingml/2006/main">
            <a:off x="790575" y="2819400"/>
            <a:ext cx="10448925"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7" name="">
            <a:extLst xmlns:a="http://schemas.openxmlformats.org/drawingml/2006/main">
              <a:ext uri="{FF2B5EF4-FFF2-40B4-BE49-F238E27FC236}">
                <a16:creationId xmlns:a16="http://schemas.microsoft.com/office/drawing/2014/main" id="{C2BC791A-CE07-4A52-8B6B-FE20E2CFF2FC}"/>
              </a:ext>
            </a:extLst>
          </p:cNvPr>
          <p:cNvSpPr>
            <a:spLocks xmlns:a="http://schemas.openxmlformats.org/drawingml/2006/main" noGrp="1"/>
          </p:cNvSpPr>
          <p:nvPr/>
        </p:nvSpPr>
        <p:spPr>
          <a:xfrm xmlns:a="http://schemas.openxmlformats.org/drawingml/2006/main">
            <a:off x="809625" y="187642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8B1B3A8E-B447-4549-86B4-23775E957924}"/>
              </a:ext>
            </a:extLst>
          </p:cNvPr>
          <p:cNvSpPr>
            <a:spLocks xmlns:a="http://schemas.openxmlformats.org/drawingml/2006/main" noGrp="1"/>
          </p:cNvSpPr>
          <p:nvPr/>
        </p:nvSpPr>
        <p:spPr>
          <a:xfrm xmlns:a="http://schemas.openxmlformats.org/drawingml/2006/main">
            <a:off x="1733550" y="182880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02935"/>
                </a:solidFill>
                <a:latin typeface="Arial"/>
                <a:ea typeface="Arial"/>
                <a:cs typeface="Arial"/>
              </a:defRPr>
            </a:defPPr>
            <a:lvl1pPr algn="l">
              <a:defRPr sz="1875" b="1">
                <a:solidFill>
                  <a:srgbClr val="202935"/>
                </a:solidFill>
                <a:latin typeface="Arial"/>
                <a:ea typeface="Arial"/>
                <a:cs typeface="Arial"/>
              </a:defRPr>
            </a:lvl1pPr>
            <a:lvl2pPr algn="l">
              <a:defRPr sz="1875" b="1">
                <a:solidFill>
                  <a:srgbClr val="202935"/>
                </a:solidFill>
                <a:latin typeface="Arial"/>
                <a:ea typeface="Arial"/>
                <a:cs typeface="Arial"/>
              </a:defRPr>
            </a:lvl2pPr>
            <a:lvl3pPr algn="l">
              <a:defRPr sz="1875" b="1">
                <a:solidFill>
                  <a:srgbClr val="202935"/>
                </a:solidFill>
                <a:latin typeface="Arial"/>
                <a:ea typeface="Arial"/>
                <a:cs typeface="Arial"/>
              </a:defRPr>
            </a:lvl3pPr>
            <a:lvl4pPr algn="l">
              <a:defRPr sz="1875" b="1">
                <a:solidFill>
                  <a:srgbClr val="202935"/>
                </a:solidFill>
                <a:latin typeface="Arial"/>
                <a:ea typeface="Arial"/>
                <a:cs typeface="Arial"/>
              </a:defRPr>
            </a:lvl4pPr>
            <a:lvl5pPr algn="l">
              <a:defRPr sz="1875" b="1">
                <a:solidFill>
                  <a:srgbClr val="202935"/>
                </a:solidFill>
                <a:latin typeface="Arial"/>
                <a:ea typeface="Arial"/>
                <a:cs typeface="Arial"/>
              </a:defRPr>
            </a:lvl5pPr>
            <a:lvl6pPr algn="l">
              <a:defRPr sz="1875" b="1">
                <a:solidFill>
                  <a:srgbClr val="202935"/>
                </a:solidFill>
                <a:latin typeface="Arial"/>
                <a:ea typeface="Arial"/>
                <a:cs typeface="Arial"/>
              </a:defRPr>
            </a:lvl6pPr>
            <a:lvl7pPr algn="l">
              <a:defRPr sz="1875" b="1">
                <a:solidFill>
                  <a:srgbClr val="202935"/>
                </a:solidFill>
                <a:latin typeface="Arial"/>
                <a:ea typeface="Arial"/>
                <a:cs typeface="Arial"/>
              </a:defRPr>
            </a:lvl7pPr>
            <a:lvl8pPr algn="l">
              <a:defRPr sz="1875" b="1">
                <a:solidFill>
                  <a:srgbClr val="202935"/>
                </a:solidFill>
                <a:latin typeface="Arial"/>
                <a:ea typeface="Arial"/>
                <a:cs typeface="Arial"/>
              </a:defRPr>
            </a:lvl8pPr>
            <a:lvl9pPr algn="l">
              <a:defRPr sz="1875" b="1">
                <a:solidFill>
                  <a:srgbClr val="202935"/>
                </a:solidFill>
                <a:latin typeface="Arial"/>
                <a:ea typeface="Arial"/>
                <a:cs typeface="Arial"/>
              </a:defRPr>
            </a:lvl9pPr>
          </a:lstStyle>
          <a:p xmlns:a="http://schemas.openxmlformats.org/drawingml/2006/main">
            <a:pPr algn="l">
              <a:defRPr sz="1875" b="1">
                <a:solidFill>
                  <a:srgbClr val="202935"/>
                </a:solidFill>
                <a:latin typeface="Arial"/>
                <a:ea typeface="Arial"/>
                <a:cs typeface="Arial"/>
              </a:defRPr>
            </a:pPr>
            <a:r>
              <a:rPr sz="1875" b="1">
                <a:solidFill>
                  <a:srgbClr val="202935"/>
                </a:solidFill>
                <a:latin typeface="Arial"/>
                <a:ea typeface="Arial"/>
                <a:cs typeface="Arial"/>
              </a:rPr>
              <a:t>CVE-Risiko konkret bewerten</a:t>
            </a:r>
          </a:p>
        </p:txBody>
      </p:sp>
      <p:sp>
        <p:nvSpPr>
          <p:cNvPr id="9" name="">
            <a:extLst xmlns:a="http://schemas.openxmlformats.org/drawingml/2006/main">
              <a:ext uri="{FF2B5EF4-FFF2-40B4-BE49-F238E27FC236}">
                <a16:creationId xmlns:a16="http://schemas.microsoft.com/office/drawing/2014/main" id="{E308100D-EC4C-42AD-A6E2-DEC176AC87DA}"/>
              </a:ext>
            </a:extLst>
          </p:cNvPr>
          <p:cNvSpPr>
            <a:spLocks xmlns:a="http://schemas.openxmlformats.org/drawingml/2006/main" noGrp="1"/>
          </p:cNvSpPr>
          <p:nvPr/>
        </p:nvSpPr>
        <p:spPr>
          <a:xfrm xmlns:a="http://schemas.openxmlformats.org/drawingml/2006/main">
            <a:off x="1733550" y="2276475"/>
            <a:ext cx="904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D6872"/>
                </a:solidFill>
                <a:latin typeface="Arial"/>
                <a:ea typeface="Arial"/>
                <a:cs typeface="Arial"/>
              </a:defRPr>
            </a:defPPr>
            <a:lvl1pPr algn="l">
              <a:defRPr sz="1500" b="0">
                <a:solidFill>
                  <a:srgbClr val="5D6872"/>
                </a:solidFill>
                <a:latin typeface="Arial"/>
                <a:ea typeface="Arial"/>
                <a:cs typeface="Arial"/>
              </a:defRPr>
            </a:lvl1pPr>
            <a:lvl2pPr algn="l">
              <a:defRPr sz="1500" b="0">
                <a:solidFill>
                  <a:srgbClr val="5D6872"/>
                </a:solidFill>
                <a:latin typeface="Arial"/>
                <a:ea typeface="Arial"/>
                <a:cs typeface="Arial"/>
              </a:defRPr>
            </a:lvl2pPr>
            <a:lvl3pPr algn="l">
              <a:defRPr sz="1500" b="0">
                <a:solidFill>
                  <a:srgbClr val="5D6872"/>
                </a:solidFill>
                <a:latin typeface="Arial"/>
                <a:ea typeface="Arial"/>
                <a:cs typeface="Arial"/>
              </a:defRPr>
            </a:lvl3pPr>
            <a:lvl4pPr algn="l">
              <a:defRPr sz="1500" b="0">
                <a:solidFill>
                  <a:srgbClr val="5D6872"/>
                </a:solidFill>
                <a:latin typeface="Arial"/>
                <a:ea typeface="Arial"/>
                <a:cs typeface="Arial"/>
              </a:defRPr>
            </a:lvl4pPr>
            <a:lvl5pPr algn="l">
              <a:defRPr sz="1500" b="0">
                <a:solidFill>
                  <a:srgbClr val="5D6872"/>
                </a:solidFill>
                <a:latin typeface="Arial"/>
                <a:ea typeface="Arial"/>
                <a:cs typeface="Arial"/>
              </a:defRPr>
            </a:lvl5pPr>
            <a:lvl6pPr algn="l">
              <a:defRPr sz="1500" b="0">
                <a:solidFill>
                  <a:srgbClr val="5D6872"/>
                </a:solidFill>
                <a:latin typeface="Arial"/>
                <a:ea typeface="Arial"/>
                <a:cs typeface="Arial"/>
              </a:defRPr>
            </a:lvl6pPr>
            <a:lvl7pPr algn="l">
              <a:defRPr sz="1500" b="0">
                <a:solidFill>
                  <a:srgbClr val="5D6872"/>
                </a:solidFill>
                <a:latin typeface="Arial"/>
                <a:ea typeface="Arial"/>
                <a:cs typeface="Arial"/>
              </a:defRPr>
            </a:lvl7pPr>
            <a:lvl8pPr algn="l">
              <a:defRPr sz="1500" b="0">
                <a:solidFill>
                  <a:srgbClr val="5D6872"/>
                </a:solidFill>
                <a:latin typeface="Arial"/>
                <a:ea typeface="Arial"/>
                <a:cs typeface="Arial"/>
              </a:defRPr>
            </a:lvl8pPr>
            <a:lvl9pPr algn="l">
              <a:defRPr sz="1500" b="0">
                <a:solidFill>
                  <a:srgbClr val="5D6872"/>
                </a:solidFill>
                <a:latin typeface="Arial"/>
                <a:ea typeface="Arial"/>
                <a:cs typeface="Arial"/>
              </a:defRPr>
            </a:lvl9pPr>
          </a:lstStyle>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Version, betroffener Codepfad, Erreichbarkeit und Folgeschritte prüfen.</a:t>
            </a:r>
          </a:p>
        </p:txBody>
      </p:sp>
      <p:sp>
        <p:nvSpPr>
          <p:cNvPr id="10" name="">
            <a:extLst xmlns:a="http://schemas.openxmlformats.org/drawingml/2006/main">
              <a:ext uri="{FF2B5EF4-FFF2-40B4-BE49-F238E27FC236}">
                <a16:creationId xmlns:a16="http://schemas.microsoft.com/office/drawing/2014/main" id="{9FF62B57-9451-42AB-A312-C0486EE84E07}"/>
              </a:ext>
            </a:extLst>
          </p:cNvPr>
          <p:cNvSpPr>
            <a:spLocks xmlns:a="http://schemas.openxmlformats.org/drawingml/2006/main" noGrp="1"/>
          </p:cNvSpPr>
          <p:nvPr/>
        </p:nvSpPr>
        <p:spPr>
          <a:xfrm xmlns:a="http://schemas.openxmlformats.org/drawingml/2006/main">
            <a:off x="790575" y="4019550"/>
            <a:ext cx="10448925"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1" name="">
            <a:extLst xmlns:a="http://schemas.openxmlformats.org/drawingml/2006/main">
              <a:ext uri="{FF2B5EF4-FFF2-40B4-BE49-F238E27FC236}">
                <a16:creationId xmlns:a16="http://schemas.microsoft.com/office/drawing/2014/main" id="{B9C81947-CB54-4E9F-BCDB-DD0B142BF6A3}"/>
              </a:ext>
            </a:extLst>
          </p:cNvPr>
          <p:cNvSpPr>
            <a:spLocks xmlns:a="http://schemas.openxmlformats.org/drawingml/2006/main" noGrp="1"/>
          </p:cNvSpPr>
          <p:nvPr/>
        </p:nvSpPr>
        <p:spPr>
          <a:xfrm xmlns:a="http://schemas.openxmlformats.org/drawingml/2006/main">
            <a:off x="809625" y="307657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7C754E45-54FB-440D-9D90-A9C6FFCB8B62}"/>
              </a:ext>
            </a:extLst>
          </p:cNvPr>
          <p:cNvSpPr>
            <a:spLocks xmlns:a="http://schemas.openxmlformats.org/drawingml/2006/main" noGrp="1"/>
          </p:cNvSpPr>
          <p:nvPr/>
        </p:nvSpPr>
        <p:spPr>
          <a:xfrm xmlns:a="http://schemas.openxmlformats.org/drawingml/2006/main">
            <a:off x="1733550" y="302895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02935"/>
                </a:solidFill>
                <a:latin typeface="Arial"/>
                <a:ea typeface="Arial"/>
                <a:cs typeface="Arial"/>
              </a:defRPr>
            </a:defPPr>
            <a:lvl1pPr algn="l">
              <a:defRPr sz="1875" b="1">
                <a:solidFill>
                  <a:srgbClr val="202935"/>
                </a:solidFill>
                <a:latin typeface="Arial"/>
                <a:ea typeface="Arial"/>
                <a:cs typeface="Arial"/>
              </a:defRPr>
            </a:lvl1pPr>
            <a:lvl2pPr algn="l">
              <a:defRPr sz="1875" b="1">
                <a:solidFill>
                  <a:srgbClr val="202935"/>
                </a:solidFill>
                <a:latin typeface="Arial"/>
                <a:ea typeface="Arial"/>
                <a:cs typeface="Arial"/>
              </a:defRPr>
            </a:lvl2pPr>
            <a:lvl3pPr algn="l">
              <a:defRPr sz="1875" b="1">
                <a:solidFill>
                  <a:srgbClr val="202935"/>
                </a:solidFill>
                <a:latin typeface="Arial"/>
                <a:ea typeface="Arial"/>
                <a:cs typeface="Arial"/>
              </a:defRPr>
            </a:lvl3pPr>
            <a:lvl4pPr algn="l">
              <a:defRPr sz="1875" b="1">
                <a:solidFill>
                  <a:srgbClr val="202935"/>
                </a:solidFill>
                <a:latin typeface="Arial"/>
                <a:ea typeface="Arial"/>
                <a:cs typeface="Arial"/>
              </a:defRPr>
            </a:lvl4pPr>
            <a:lvl5pPr algn="l">
              <a:defRPr sz="1875" b="1">
                <a:solidFill>
                  <a:srgbClr val="202935"/>
                </a:solidFill>
                <a:latin typeface="Arial"/>
                <a:ea typeface="Arial"/>
                <a:cs typeface="Arial"/>
              </a:defRPr>
            </a:lvl5pPr>
            <a:lvl6pPr algn="l">
              <a:defRPr sz="1875" b="1">
                <a:solidFill>
                  <a:srgbClr val="202935"/>
                </a:solidFill>
                <a:latin typeface="Arial"/>
                <a:ea typeface="Arial"/>
                <a:cs typeface="Arial"/>
              </a:defRPr>
            </a:lvl6pPr>
            <a:lvl7pPr algn="l">
              <a:defRPr sz="1875" b="1">
                <a:solidFill>
                  <a:srgbClr val="202935"/>
                </a:solidFill>
                <a:latin typeface="Arial"/>
                <a:ea typeface="Arial"/>
                <a:cs typeface="Arial"/>
              </a:defRPr>
            </a:lvl7pPr>
            <a:lvl8pPr algn="l">
              <a:defRPr sz="1875" b="1">
                <a:solidFill>
                  <a:srgbClr val="202935"/>
                </a:solidFill>
                <a:latin typeface="Arial"/>
                <a:ea typeface="Arial"/>
                <a:cs typeface="Arial"/>
              </a:defRPr>
            </a:lvl8pPr>
            <a:lvl9pPr algn="l">
              <a:defRPr sz="1875" b="1">
                <a:solidFill>
                  <a:srgbClr val="202935"/>
                </a:solidFill>
                <a:latin typeface="Arial"/>
                <a:ea typeface="Arial"/>
                <a:cs typeface="Arial"/>
              </a:defRPr>
            </a:lvl9pPr>
          </a:lstStyle>
          <a:p xmlns:a="http://schemas.openxmlformats.org/drawingml/2006/main">
            <a:pPr algn="l">
              <a:defRPr sz="1875" b="1">
                <a:solidFill>
                  <a:srgbClr val="202935"/>
                </a:solidFill>
                <a:latin typeface="Arial"/>
                <a:ea typeface="Arial"/>
                <a:cs typeface="Arial"/>
              </a:defRPr>
            </a:pPr>
            <a:r>
              <a:rPr sz="1875" b="1">
                <a:solidFill>
                  <a:srgbClr val="202935"/>
                </a:solidFill>
                <a:latin typeface="Arial"/>
                <a:ea typeface="Arial"/>
                <a:cs typeface="Arial"/>
              </a:rPr>
              <a:t>Updates priorisieren</a:t>
            </a:r>
          </a:p>
        </p:txBody>
      </p:sp>
      <p:sp>
        <p:nvSpPr>
          <p:cNvPr id="13" name="">
            <a:extLst xmlns:a="http://schemas.openxmlformats.org/drawingml/2006/main">
              <a:ext uri="{FF2B5EF4-FFF2-40B4-BE49-F238E27FC236}">
                <a16:creationId xmlns:a16="http://schemas.microsoft.com/office/drawing/2014/main" id="{1AB5DB1C-A349-43C8-8DA4-FB480663B10F}"/>
              </a:ext>
            </a:extLst>
          </p:cNvPr>
          <p:cNvSpPr>
            <a:spLocks xmlns:a="http://schemas.openxmlformats.org/drawingml/2006/main" noGrp="1"/>
          </p:cNvSpPr>
          <p:nvPr/>
        </p:nvSpPr>
        <p:spPr>
          <a:xfrm xmlns:a="http://schemas.openxmlformats.org/drawingml/2006/main">
            <a:off x="1733550" y="3476625"/>
            <a:ext cx="904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D6872"/>
                </a:solidFill>
                <a:latin typeface="Arial"/>
                <a:ea typeface="Arial"/>
                <a:cs typeface="Arial"/>
              </a:defRPr>
            </a:defPPr>
            <a:lvl1pPr algn="l">
              <a:defRPr sz="1500" b="0">
                <a:solidFill>
                  <a:srgbClr val="5D6872"/>
                </a:solidFill>
                <a:latin typeface="Arial"/>
                <a:ea typeface="Arial"/>
                <a:cs typeface="Arial"/>
              </a:defRPr>
            </a:lvl1pPr>
            <a:lvl2pPr algn="l">
              <a:defRPr sz="1500" b="0">
                <a:solidFill>
                  <a:srgbClr val="5D6872"/>
                </a:solidFill>
                <a:latin typeface="Arial"/>
                <a:ea typeface="Arial"/>
                <a:cs typeface="Arial"/>
              </a:defRPr>
            </a:lvl2pPr>
            <a:lvl3pPr algn="l">
              <a:defRPr sz="1500" b="0">
                <a:solidFill>
                  <a:srgbClr val="5D6872"/>
                </a:solidFill>
                <a:latin typeface="Arial"/>
                <a:ea typeface="Arial"/>
                <a:cs typeface="Arial"/>
              </a:defRPr>
            </a:lvl3pPr>
            <a:lvl4pPr algn="l">
              <a:defRPr sz="1500" b="0">
                <a:solidFill>
                  <a:srgbClr val="5D6872"/>
                </a:solidFill>
                <a:latin typeface="Arial"/>
                <a:ea typeface="Arial"/>
                <a:cs typeface="Arial"/>
              </a:defRPr>
            </a:lvl4pPr>
            <a:lvl5pPr algn="l">
              <a:defRPr sz="1500" b="0">
                <a:solidFill>
                  <a:srgbClr val="5D6872"/>
                </a:solidFill>
                <a:latin typeface="Arial"/>
                <a:ea typeface="Arial"/>
                <a:cs typeface="Arial"/>
              </a:defRPr>
            </a:lvl5pPr>
            <a:lvl6pPr algn="l">
              <a:defRPr sz="1500" b="0">
                <a:solidFill>
                  <a:srgbClr val="5D6872"/>
                </a:solidFill>
                <a:latin typeface="Arial"/>
                <a:ea typeface="Arial"/>
                <a:cs typeface="Arial"/>
              </a:defRPr>
            </a:lvl6pPr>
            <a:lvl7pPr algn="l">
              <a:defRPr sz="1500" b="0">
                <a:solidFill>
                  <a:srgbClr val="5D6872"/>
                </a:solidFill>
                <a:latin typeface="Arial"/>
                <a:ea typeface="Arial"/>
                <a:cs typeface="Arial"/>
              </a:defRPr>
            </a:lvl7pPr>
            <a:lvl8pPr algn="l">
              <a:defRPr sz="1500" b="0">
                <a:solidFill>
                  <a:srgbClr val="5D6872"/>
                </a:solidFill>
                <a:latin typeface="Arial"/>
                <a:ea typeface="Arial"/>
                <a:cs typeface="Arial"/>
              </a:defRPr>
            </a:lvl8pPr>
            <a:lvl9pPr algn="l">
              <a:defRPr sz="1500" b="0">
                <a:solidFill>
                  <a:srgbClr val="5D6872"/>
                </a:solidFill>
                <a:latin typeface="Arial"/>
                <a:ea typeface="Arial"/>
                <a:cs typeface="Arial"/>
              </a:defRPr>
            </a:lvl9pPr>
          </a:lstStyle>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Wenn eine CVE einen echten Schutzpfad trifft, ist die Aktualisierung dringend.</a:t>
            </a:r>
          </a:p>
        </p:txBody>
      </p:sp>
      <p:sp>
        <p:nvSpPr>
          <p:cNvPr id="14" name="">
            <a:extLst xmlns:a="http://schemas.openxmlformats.org/drawingml/2006/main">
              <a:ext uri="{FF2B5EF4-FFF2-40B4-BE49-F238E27FC236}">
                <a16:creationId xmlns:a16="http://schemas.microsoft.com/office/drawing/2014/main" id="{E1637275-CEB0-440C-B216-CBF4C980C91D}"/>
              </a:ext>
            </a:extLst>
          </p:cNvPr>
          <p:cNvSpPr>
            <a:spLocks xmlns:a="http://schemas.openxmlformats.org/drawingml/2006/main" noGrp="1"/>
          </p:cNvSpPr>
          <p:nvPr/>
        </p:nvSpPr>
        <p:spPr>
          <a:xfrm xmlns:a="http://schemas.openxmlformats.org/drawingml/2006/main">
            <a:off x="790575" y="5219700"/>
            <a:ext cx="10448925" cy="0"/>
          </a:xfrm>
          <a:prstGeom xmlns:a="http://schemas.openxmlformats.org/drawingml/2006/main" prst="line">
            <a:avLst/>
          </a:prstGeom>
          <a:noFill xmlns:a="http://schemas.openxmlformats.org/drawingml/2006/main"/>
          <a:ln xmlns:a="http://schemas.openxmlformats.org/drawingml/2006/main" w="9525">
            <a:solidFill>
              <a:srgbClr val="D6D4CD"/>
            </a:solidFill>
            <a:prstDash val="solid"/>
          </a:ln>
        </p:spPr>
      </p:sp>
      <p:sp>
        <p:nvSpPr>
          <p:cNvPr id="15" name="">
            <a:extLst xmlns:a="http://schemas.openxmlformats.org/drawingml/2006/main">
              <a:ext uri="{FF2B5EF4-FFF2-40B4-BE49-F238E27FC236}">
                <a16:creationId xmlns:a16="http://schemas.microsoft.com/office/drawing/2014/main" id="{815FFEB2-5BF5-48A1-AEF2-33F50B0FE5D9}"/>
              </a:ext>
            </a:extLst>
          </p:cNvPr>
          <p:cNvSpPr>
            <a:spLocks xmlns:a="http://schemas.openxmlformats.org/drawingml/2006/main" noGrp="1"/>
          </p:cNvSpPr>
          <p:nvPr/>
        </p:nvSpPr>
        <p:spPr>
          <a:xfrm xmlns:a="http://schemas.openxmlformats.org/drawingml/2006/main">
            <a:off x="809625" y="427672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xmlns:a="http://schemas.openxmlformats.org/drawingml/2006/main">
            <a:pPr algn="l">
              <a:defRPr sz="2025" b="1">
                <a:solidFill>
                  <a:srgbClr val="C55A2B"/>
                </a:solidFill>
                <a:latin typeface="Arial"/>
                <a:ea typeface="Arial"/>
                <a:cs typeface="Arial"/>
              </a:defRPr>
            </a:pPr>
            <a:r>
              <a:rPr sz="2025" b="1">
                <a:solidFill>
                  <a:srgbClr val="C55A2B"/>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05368D13-B303-4E5C-A25F-884124C0B58D}"/>
              </a:ext>
            </a:extLst>
          </p:cNvPr>
          <p:cNvSpPr>
            <a:spLocks xmlns:a="http://schemas.openxmlformats.org/drawingml/2006/main" noGrp="1"/>
          </p:cNvSpPr>
          <p:nvPr/>
        </p:nvSpPr>
        <p:spPr>
          <a:xfrm xmlns:a="http://schemas.openxmlformats.org/drawingml/2006/main">
            <a:off x="1733550" y="422910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02935"/>
                </a:solidFill>
                <a:latin typeface="Arial"/>
                <a:ea typeface="Arial"/>
                <a:cs typeface="Arial"/>
              </a:defRPr>
            </a:defPPr>
            <a:lvl1pPr algn="l">
              <a:defRPr sz="1875" b="1">
                <a:solidFill>
                  <a:srgbClr val="202935"/>
                </a:solidFill>
                <a:latin typeface="Arial"/>
                <a:ea typeface="Arial"/>
                <a:cs typeface="Arial"/>
              </a:defRPr>
            </a:lvl1pPr>
            <a:lvl2pPr algn="l">
              <a:defRPr sz="1875" b="1">
                <a:solidFill>
                  <a:srgbClr val="202935"/>
                </a:solidFill>
                <a:latin typeface="Arial"/>
                <a:ea typeface="Arial"/>
                <a:cs typeface="Arial"/>
              </a:defRPr>
            </a:lvl2pPr>
            <a:lvl3pPr algn="l">
              <a:defRPr sz="1875" b="1">
                <a:solidFill>
                  <a:srgbClr val="202935"/>
                </a:solidFill>
                <a:latin typeface="Arial"/>
                <a:ea typeface="Arial"/>
                <a:cs typeface="Arial"/>
              </a:defRPr>
            </a:lvl3pPr>
            <a:lvl4pPr algn="l">
              <a:defRPr sz="1875" b="1">
                <a:solidFill>
                  <a:srgbClr val="202935"/>
                </a:solidFill>
                <a:latin typeface="Arial"/>
                <a:ea typeface="Arial"/>
                <a:cs typeface="Arial"/>
              </a:defRPr>
            </a:lvl4pPr>
            <a:lvl5pPr algn="l">
              <a:defRPr sz="1875" b="1">
                <a:solidFill>
                  <a:srgbClr val="202935"/>
                </a:solidFill>
                <a:latin typeface="Arial"/>
                <a:ea typeface="Arial"/>
                <a:cs typeface="Arial"/>
              </a:defRPr>
            </a:lvl5pPr>
            <a:lvl6pPr algn="l">
              <a:defRPr sz="1875" b="1">
                <a:solidFill>
                  <a:srgbClr val="202935"/>
                </a:solidFill>
                <a:latin typeface="Arial"/>
                <a:ea typeface="Arial"/>
                <a:cs typeface="Arial"/>
              </a:defRPr>
            </a:lvl6pPr>
            <a:lvl7pPr algn="l">
              <a:defRPr sz="1875" b="1">
                <a:solidFill>
                  <a:srgbClr val="202935"/>
                </a:solidFill>
                <a:latin typeface="Arial"/>
                <a:ea typeface="Arial"/>
                <a:cs typeface="Arial"/>
              </a:defRPr>
            </a:lvl7pPr>
            <a:lvl8pPr algn="l">
              <a:defRPr sz="1875" b="1">
                <a:solidFill>
                  <a:srgbClr val="202935"/>
                </a:solidFill>
                <a:latin typeface="Arial"/>
                <a:ea typeface="Arial"/>
                <a:cs typeface="Arial"/>
              </a:defRPr>
            </a:lvl8pPr>
            <a:lvl9pPr algn="l">
              <a:defRPr sz="1875" b="1">
                <a:solidFill>
                  <a:srgbClr val="202935"/>
                </a:solidFill>
                <a:latin typeface="Arial"/>
                <a:ea typeface="Arial"/>
                <a:cs typeface="Arial"/>
              </a:defRPr>
            </a:lvl9pPr>
          </a:lstStyle>
          <a:p xmlns:a="http://schemas.openxmlformats.org/drawingml/2006/main">
            <a:pPr algn="l">
              <a:defRPr sz="1875" b="1">
                <a:solidFill>
                  <a:srgbClr val="202935"/>
                </a:solidFill>
                <a:latin typeface="Arial"/>
                <a:ea typeface="Arial"/>
                <a:cs typeface="Arial"/>
              </a:defRPr>
            </a:pPr>
            <a:r>
              <a:rPr sz="1875" b="1">
                <a:solidFill>
                  <a:srgbClr val="202935"/>
                </a:solidFill>
                <a:latin typeface="Arial"/>
                <a:ea typeface="Arial"/>
                <a:cs typeface="Arial"/>
              </a:rPr>
              <a:t>Legacy-Entscheidungen hinterfragen</a:t>
            </a:r>
          </a:p>
        </p:txBody>
      </p:sp>
      <p:sp>
        <p:nvSpPr>
          <p:cNvPr id="17" name="">
            <a:extLst xmlns:a="http://schemas.openxmlformats.org/drawingml/2006/main">
              <a:ext uri="{FF2B5EF4-FFF2-40B4-BE49-F238E27FC236}">
                <a16:creationId xmlns:a16="http://schemas.microsoft.com/office/drawing/2014/main" id="{C47918FD-4695-4513-B835-7B940369E8C7}"/>
              </a:ext>
            </a:extLst>
          </p:cNvPr>
          <p:cNvSpPr>
            <a:spLocks xmlns:a="http://schemas.openxmlformats.org/drawingml/2006/main" noGrp="1"/>
          </p:cNvSpPr>
          <p:nvPr/>
        </p:nvSpPr>
        <p:spPr>
          <a:xfrm xmlns:a="http://schemas.openxmlformats.org/drawingml/2006/main">
            <a:off x="1733550" y="4676775"/>
            <a:ext cx="904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D6872"/>
                </a:solidFill>
                <a:latin typeface="Arial"/>
                <a:ea typeface="Arial"/>
                <a:cs typeface="Arial"/>
              </a:defRPr>
            </a:defPPr>
            <a:lvl1pPr algn="l">
              <a:defRPr sz="1500" b="0">
                <a:solidFill>
                  <a:srgbClr val="5D6872"/>
                </a:solidFill>
                <a:latin typeface="Arial"/>
                <a:ea typeface="Arial"/>
                <a:cs typeface="Arial"/>
              </a:defRPr>
            </a:lvl1pPr>
            <a:lvl2pPr algn="l">
              <a:defRPr sz="1500" b="0">
                <a:solidFill>
                  <a:srgbClr val="5D6872"/>
                </a:solidFill>
                <a:latin typeface="Arial"/>
                <a:ea typeface="Arial"/>
                <a:cs typeface="Arial"/>
              </a:defRPr>
            </a:lvl2pPr>
            <a:lvl3pPr algn="l">
              <a:defRPr sz="1500" b="0">
                <a:solidFill>
                  <a:srgbClr val="5D6872"/>
                </a:solidFill>
                <a:latin typeface="Arial"/>
                <a:ea typeface="Arial"/>
                <a:cs typeface="Arial"/>
              </a:defRPr>
            </a:lvl3pPr>
            <a:lvl4pPr algn="l">
              <a:defRPr sz="1500" b="0">
                <a:solidFill>
                  <a:srgbClr val="5D6872"/>
                </a:solidFill>
                <a:latin typeface="Arial"/>
                <a:ea typeface="Arial"/>
                <a:cs typeface="Arial"/>
              </a:defRPr>
            </a:lvl4pPr>
            <a:lvl5pPr algn="l">
              <a:defRPr sz="1500" b="0">
                <a:solidFill>
                  <a:srgbClr val="5D6872"/>
                </a:solidFill>
                <a:latin typeface="Arial"/>
                <a:ea typeface="Arial"/>
                <a:cs typeface="Arial"/>
              </a:defRPr>
            </a:lvl5pPr>
            <a:lvl6pPr algn="l">
              <a:defRPr sz="1500" b="0">
                <a:solidFill>
                  <a:srgbClr val="5D6872"/>
                </a:solidFill>
                <a:latin typeface="Arial"/>
                <a:ea typeface="Arial"/>
                <a:cs typeface="Arial"/>
              </a:defRPr>
            </a:lvl6pPr>
            <a:lvl7pPr algn="l">
              <a:defRPr sz="1500" b="0">
                <a:solidFill>
                  <a:srgbClr val="5D6872"/>
                </a:solidFill>
                <a:latin typeface="Arial"/>
                <a:ea typeface="Arial"/>
                <a:cs typeface="Arial"/>
              </a:defRPr>
            </a:lvl7pPr>
            <a:lvl8pPr algn="l">
              <a:defRPr sz="1500" b="0">
                <a:solidFill>
                  <a:srgbClr val="5D6872"/>
                </a:solidFill>
                <a:latin typeface="Arial"/>
                <a:ea typeface="Arial"/>
                <a:cs typeface="Arial"/>
              </a:defRPr>
            </a:lvl8pPr>
            <a:lvl9pPr algn="l">
              <a:defRPr sz="1500" b="0">
                <a:solidFill>
                  <a:srgbClr val="5D6872"/>
                </a:solidFill>
                <a:latin typeface="Arial"/>
                <a:ea typeface="Arial"/>
                <a:cs typeface="Arial"/>
              </a:defRPr>
            </a:lvl9pPr>
          </a:lstStyle>
          <a:p xmlns:a="http://schemas.openxmlformats.org/drawingml/2006/main">
            <a:pPr algn="l">
              <a:defRPr sz="1500" b="0">
                <a:solidFill>
                  <a:srgbClr val="5D6872"/>
                </a:solidFill>
                <a:latin typeface="Arial"/>
                <a:ea typeface="Arial"/>
                <a:cs typeface="Arial"/>
              </a:defRPr>
            </a:pPr>
            <a:r>
              <a:rPr sz="1500" b="0">
                <a:solidFill>
                  <a:srgbClr val="5D6872"/>
                </a:solidFill>
                <a:latin typeface="Arial"/>
                <a:ea typeface="Arial"/>
                <a:cs typeface="Arial"/>
              </a:rPr>
              <a:t>Debug-Ausgaben, schwache Passwörter und SQL-Zusammenbau regelmäßig prüfen.</a:t>
            </a:r>
          </a:p>
        </p:txBody>
      </p:sp>
      <p:sp>
        <p:nvSpPr>
          <p:cNvPr id="18" name="">
            <a:extLst xmlns:a="http://schemas.openxmlformats.org/drawingml/2006/main">
              <a:ext uri="{FF2B5EF4-FFF2-40B4-BE49-F238E27FC236}">
                <a16:creationId xmlns:a16="http://schemas.microsoft.com/office/drawing/2014/main" id="{0DD61BA0-8C79-4907-99FB-9FA72D650749}"/>
              </a:ext>
            </a:extLst>
          </p:cNvPr>
          <p:cNvSpPr>
            <a:spLocks xmlns:a="http://schemas.openxmlformats.org/drawingml/2006/main" noGrp="1"/>
          </p:cNvSpPr>
          <p:nvPr/>
        </p:nvSpPr>
        <p:spPr>
          <a:xfrm xmlns:a="http://schemas.openxmlformats.org/drawingml/2006/main">
            <a:off x="809625" y="5629275"/>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C55A2B"/>
                </a:solidFill>
                <a:latin typeface="Arial"/>
                <a:ea typeface="Arial"/>
                <a:cs typeface="Arial"/>
              </a:defRPr>
            </a:defPPr>
            <a:lvl1pPr algn="l">
              <a:defRPr sz="1725" b="1">
                <a:solidFill>
                  <a:srgbClr val="C55A2B"/>
                </a:solidFill>
                <a:latin typeface="Arial"/>
                <a:ea typeface="Arial"/>
                <a:cs typeface="Arial"/>
              </a:defRPr>
            </a:lvl1pPr>
            <a:lvl2pPr algn="l">
              <a:defRPr sz="1725" b="1">
                <a:solidFill>
                  <a:srgbClr val="C55A2B"/>
                </a:solidFill>
                <a:latin typeface="Arial"/>
                <a:ea typeface="Arial"/>
                <a:cs typeface="Arial"/>
              </a:defRPr>
            </a:lvl2pPr>
            <a:lvl3pPr algn="l">
              <a:defRPr sz="1725" b="1">
                <a:solidFill>
                  <a:srgbClr val="C55A2B"/>
                </a:solidFill>
                <a:latin typeface="Arial"/>
                <a:ea typeface="Arial"/>
                <a:cs typeface="Arial"/>
              </a:defRPr>
            </a:lvl3pPr>
            <a:lvl4pPr algn="l">
              <a:defRPr sz="1725" b="1">
                <a:solidFill>
                  <a:srgbClr val="C55A2B"/>
                </a:solidFill>
                <a:latin typeface="Arial"/>
                <a:ea typeface="Arial"/>
                <a:cs typeface="Arial"/>
              </a:defRPr>
            </a:lvl4pPr>
            <a:lvl5pPr algn="l">
              <a:defRPr sz="1725" b="1">
                <a:solidFill>
                  <a:srgbClr val="C55A2B"/>
                </a:solidFill>
                <a:latin typeface="Arial"/>
                <a:ea typeface="Arial"/>
                <a:cs typeface="Arial"/>
              </a:defRPr>
            </a:lvl5pPr>
            <a:lvl6pPr algn="l">
              <a:defRPr sz="1725" b="1">
                <a:solidFill>
                  <a:srgbClr val="C55A2B"/>
                </a:solidFill>
                <a:latin typeface="Arial"/>
                <a:ea typeface="Arial"/>
                <a:cs typeface="Arial"/>
              </a:defRPr>
            </a:lvl6pPr>
            <a:lvl7pPr algn="l">
              <a:defRPr sz="1725" b="1">
                <a:solidFill>
                  <a:srgbClr val="C55A2B"/>
                </a:solidFill>
                <a:latin typeface="Arial"/>
                <a:ea typeface="Arial"/>
                <a:cs typeface="Arial"/>
              </a:defRPr>
            </a:lvl7pPr>
            <a:lvl8pPr algn="l">
              <a:defRPr sz="1725" b="1">
                <a:solidFill>
                  <a:srgbClr val="C55A2B"/>
                </a:solidFill>
                <a:latin typeface="Arial"/>
                <a:ea typeface="Arial"/>
                <a:cs typeface="Arial"/>
              </a:defRPr>
            </a:lvl8pPr>
            <a:lvl9pPr algn="l">
              <a:defRPr sz="1725" b="1">
                <a:solidFill>
                  <a:srgbClr val="C55A2B"/>
                </a:solidFill>
                <a:latin typeface="Arial"/>
                <a:ea typeface="Arial"/>
                <a:cs typeface="Arial"/>
              </a:defRPr>
            </a:lvl9pPr>
          </a:lstStyle>
          <a:p xmlns:a="http://schemas.openxmlformats.org/drawingml/2006/main">
            <a:pPr algn="l">
              <a:defRPr sz="1725" b="1">
                <a:solidFill>
                  <a:srgbClr val="C55A2B"/>
                </a:solidFill>
                <a:latin typeface="Arial"/>
                <a:ea typeface="Arial"/>
                <a:cs typeface="Arial"/>
              </a:defRPr>
            </a:pPr>
            <a:r>
              <a:rPr sz="1725" b="1">
                <a:solidFill>
                  <a:srgbClr val="C55A2B"/>
                </a:solidFill>
                <a:latin typeface="Arial"/>
                <a:ea typeface="Arial"/>
                <a:cs typeface="Arial"/>
              </a:rPr>
              <a:t>Eine kleine Altlast kann durch eine neue CVE zur nächsten Stufe der Angriffskette werden.</a:t>
            </a:r>
          </a:p>
        </p:txBody>
      </p:sp>
    </p:spTree>
    <p:extLst>
      <p:ext uri="{BB962C8B-B14F-4D97-AF65-F5344CB8AC3E}">
        <p14:creationId xmlns:p14="http://schemas.microsoft.com/office/powerpoint/2010/main" val="384922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2026-11-01T21:15:31.4280000Z</dcterms:created>
  <dcterms:modified xsi:type="dcterms:W3CDTF">2026-11-01T21:15:31.4280000Z</dcterms:modified>
</coreProperties>
</file>