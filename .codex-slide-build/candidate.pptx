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6cb6077cd48a5" /><Relationship Type="http://schemas.openxmlformats.org/officeDocument/2006/relationships/extended-properties" Target="/docProps/app.xml" Id="R70d39abebafa41b9" /><Relationship Type="http://schemas.openxmlformats.org/officeDocument/2006/relationships/officeDocument" Target="/ppt/presentation.xml" Id="R9d48d4ac34a946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e3672836894570"/>
  </p:sldMasterIdLst>
  <p:notesMasterIdLst>
    <p:notesMasterId xmlns:r="http://schemas.openxmlformats.org/officeDocument/2006/relationships" r:id="Rab1735995716411c"/>
  </p:notesMasterIdLst>
  <p:sldIdLst>
    <p:sldId xmlns:r="http://schemas.openxmlformats.org/officeDocument/2006/relationships" id="256" r:id="Rc873badeac334929"/>
    <p:sldId xmlns:r="http://schemas.openxmlformats.org/officeDocument/2006/relationships" id="257" r:id="Rc7f8aa5be0384517"/>
    <p:sldId xmlns:r="http://schemas.openxmlformats.org/officeDocument/2006/relationships" id="258" r:id="Rd47a25626c8148f2"/>
    <p:sldId xmlns:r="http://schemas.openxmlformats.org/officeDocument/2006/relationships" id="259" r:id="R415f6a0ea6a94513"/>
    <p:sldId xmlns:r="http://schemas.openxmlformats.org/officeDocument/2006/relationships" id="260" r:id="R8010a61aa97949e8"/>
    <p:sldId xmlns:r="http://schemas.openxmlformats.org/officeDocument/2006/relationships" id="261" r:id="R1f94e0e914094c0c"/>
    <p:sldId xmlns:r="http://schemas.openxmlformats.org/officeDocument/2006/relationships" id="262" r:id="Rccb54795f1044b40"/>
    <p:sldId xmlns:r="http://schemas.openxmlformats.org/officeDocument/2006/relationships" id="263" r:id="Rc4184bc038a94b5c"/>
    <p:sldId xmlns:r="http://schemas.openxmlformats.org/officeDocument/2006/relationships" id="264" r:id="R08f2bbc0b7ca4be1"/>
    <p:sldId xmlns:r="http://schemas.openxmlformats.org/officeDocument/2006/relationships" id="265" r:id="Rcfb586f072a6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15ef48a7614323" /><Relationship Type="http://schemas.openxmlformats.org/officeDocument/2006/relationships/slideMaster" Target="/ppt/slideMasters/slideMaster1.xml" Id="Re1e3672836894570" /><Relationship Type="http://schemas.openxmlformats.org/officeDocument/2006/relationships/notesMaster" Target="/ppt/notesMasters/notesMaster1.xml" Id="Rab1735995716411c" /><Relationship Type="http://schemas.openxmlformats.org/officeDocument/2006/relationships/presProps" Target="/ppt/presProps.xml" Id="R676a452d427e4e0a" /><Relationship Type="http://schemas.openxmlformats.org/officeDocument/2006/relationships/tableStyles" Target="/ppt/tableStyles.xml" Id="Rdf636ea187934e51" /><Relationship Type="http://schemas.openxmlformats.org/officeDocument/2006/relationships/slide" Target="/ppt/slides/slide1.xml" Id="Rc873badeac334929" /><Relationship Type="http://schemas.openxmlformats.org/officeDocument/2006/relationships/slide" Target="/ppt/slides/slide2.xml" Id="Rc7f8aa5be0384517" /><Relationship Type="http://schemas.openxmlformats.org/officeDocument/2006/relationships/slide" Target="/ppt/slides/slide3.xml" Id="Rd47a25626c8148f2" /><Relationship Type="http://schemas.openxmlformats.org/officeDocument/2006/relationships/slide" Target="/ppt/slides/slide4.xml" Id="R415f6a0ea6a94513" /><Relationship Type="http://schemas.openxmlformats.org/officeDocument/2006/relationships/slide" Target="/ppt/slides/slide5.xml" Id="R8010a61aa97949e8" /><Relationship Type="http://schemas.openxmlformats.org/officeDocument/2006/relationships/slide" Target="/ppt/slides/slide6.xml" Id="R1f94e0e914094c0c" /><Relationship Type="http://schemas.openxmlformats.org/officeDocument/2006/relationships/slide" Target="/ppt/slides/slide7.xml" Id="Rccb54795f1044b40" /><Relationship Type="http://schemas.openxmlformats.org/officeDocument/2006/relationships/slide" Target="/ppt/slides/slide8.xml" Id="Rc4184bc038a94b5c" /><Relationship Type="http://schemas.openxmlformats.org/officeDocument/2006/relationships/slide" Target="/ppt/slides/slide9.xml" Id="R08f2bbc0b7ca4be1" /><Relationship Type="http://schemas.openxmlformats.org/officeDocument/2006/relationships/slide" Target="/ppt/slides/slide10.xml" Id="Rcfb586f072a6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9fb820225b4e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6e41350524700" /><Relationship Type="http://schemas.openxmlformats.org/officeDocument/2006/relationships/notesMaster" Target="/ppt/notesMasters/notesMaster1.xml" Id="Rc6a25b4bf6d849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7dc394e74d4955" /><Relationship Type="http://schemas.openxmlformats.org/officeDocument/2006/relationships/notesMaster" Target="/ppt/notesMasters/notesMaster1.xml" Id="R55d21b0a347645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fb7bf43a074079" /><Relationship Type="http://schemas.openxmlformats.org/officeDocument/2006/relationships/notesMaster" Target="/ppt/notesMasters/notesMaster1.xml" Id="Rb6d7f79a89d046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929955a934d69" /><Relationship Type="http://schemas.openxmlformats.org/officeDocument/2006/relationships/notesMaster" Target="/ppt/notesMasters/notesMaster1.xml" Id="R1268b92b49524c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2fe49e616548ec" /><Relationship Type="http://schemas.openxmlformats.org/officeDocument/2006/relationships/notesMaster" Target="/ppt/notesMasters/notesMaster1.xml" Id="Rc17d4c4d3b2b49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81779202f94baf" /><Relationship Type="http://schemas.openxmlformats.org/officeDocument/2006/relationships/notesMaster" Target="/ppt/notesMasters/notesMaster1.xml" Id="R54063e86389e44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33e78133b0407b" /><Relationship Type="http://schemas.openxmlformats.org/officeDocument/2006/relationships/notesMaster" Target="/ppt/notesMasters/notesMaster1.xml" Id="R525553a4803540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c28d0438fd4157" /><Relationship Type="http://schemas.openxmlformats.org/officeDocument/2006/relationships/notesMaster" Target="/ppt/notesMasters/notesMaster1.xml" Id="R40a2395d48594f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fcd3ccd6134633" /><Relationship Type="http://schemas.openxmlformats.org/officeDocument/2006/relationships/notesMaster" Target="/ppt/notesMasters/notesMaster1.xml" Id="R5cd1e8461b194d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f813a798a946ed" /><Relationship Type="http://schemas.openxmlformats.org/officeDocument/2006/relationships/notesMaster" Target="/ppt/notesMasters/notesMaster1.xml" Id="Rc3472eed2e77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e067d7e9a4a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2b2f2bfed49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b2e28c9e346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1612dd8ff41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e872c3eed4c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acfdb785e4b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8F45DC-828E-48E6-BB50-8032F8E681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133BA3-697B-472E-9616-0943C776F0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75AE9F-7B6B-417E-99C1-CC4519D9D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AB5CC-8C50-49BF-8A98-81A2F7AA4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5F0B20-BFA8-43F4-9AB4-0F8A6C044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7C2981-4871-4220-845D-8F1C4F53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0B2038-A3C8-4827-A464-C3DD941172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DEF493-5448-4523-ADB8-B32B439C52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EBA6C5-BDE6-49B7-8305-2049BC5CE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81ABFA-90DB-4851-AAB6-2C9A88C5E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2fe6cd8d34459" /><Relationship Type="http://schemas.openxmlformats.org/officeDocument/2006/relationships/slideLayout" Target="/ppt/slideLayouts/slideLayout1.xml" Id="R42b51d3309884bd1" /><Relationship Type="http://schemas.openxmlformats.org/officeDocument/2006/relationships/slideLayout" Target="/ppt/slideLayouts/slideLayout2.xml" Id="Rc0c9b8df83bb4180" /><Relationship Type="http://schemas.openxmlformats.org/officeDocument/2006/relationships/slideLayout" Target="/ppt/slideLayouts/slideLayout3.xml" Id="Ref837c77a72b4e1b" /><Relationship Type="http://schemas.openxmlformats.org/officeDocument/2006/relationships/slideLayout" Target="/ppt/slideLayouts/slideLayout4.xml" Id="R7e641379c68240bb" /><Relationship Type="http://schemas.openxmlformats.org/officeDocument/2006/relationships/slideLayout" Target="/ppt/slideLayouts/slideLayout5.xml" Id="R1064df755cea4bf5" /><Relationship Type="http://schemas.openxmlformats.org/officeDocument/2006/relationships/slideLayout" Target="/ppt/slideLayouts/slideLayout6.xml" Id="Rca61ff51807546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b51d3309884bd1"/>
    <p:sldLayoutId xmlns:r="http://schemas.openxmlformats.org/officeDocument/2006/relationships" id="2147483650" r:id="Rc0c9b8df83bb4180"/>
    <p:sldLayoutId xmlns:r="http://schemas.openxmlformats.org/officeDocument/2006/relationships" id="2147483651" r:id="Ref837c77a72b4e1b"/>
    <p:sldLayoutId xmlns:r="http://schemas.openxmlformats.org/officeDocument/2006/relationships" id="2147483652" r:id="R7e641379c68240bb"/>
    <p:sldLayoutId xmlns:r="http://schemas.openxmlformats.org/officeDocument/2006/relationships" id="2147483653" r:id="R1064df755cea4bf5"/>
    <p:sldLayoutId xmlns:r="http://schemas.openxmlformats.org/officeDocument/2006/relationships" id="2147483654" r:id="Rca61ff51807546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03d7063bf40de" /><Relationship Type="http://schemas.openxmlformats.org/officeDocument/2006/relationships/notesSlide" Target="/ppt/notesSlides/notesSlide1.xml" Id="R63f902ba65fc45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349a92b6d4eaa" /><Relationship Type="http://schemas.openxmlformats.org/officeDocument/2006/relationships/notesSlide" Target="/ppt/notesSlides/notesSlide2.xml" Id="R138ff495fc13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f1eb503814932" /><Relationship Type="http://schemas.openxmlformats.org/officeDocument/2006/relationships/notesSlide" Target="/ppt/notesSlides/notesSlide3.xml" Id="Rb1c3883f6bf640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3356b954f443a" /><Relationship Type="http://schemas.openxmlformats.org/officeDocument/2006/relationships/notesSlide" Target="/ppt/notesSlides/notesSlide4.xml" Id="R896940cc46fb4d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da5ca89b94dfe" /><Relationship Type="http://schemas.openxmlformats.org/officeDocument/2006/relationships/notesSlide" Target="/ppt/notesSlides/notesSlide5.xml" Id="R539055091ecf4e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8a272e5594f97" /><Relationship Type="http://schemas.openxmlformats.org/officeDocument/2006/relationships/notesSlide" Target="/ppt/notesSlides/notesSlide6.xml" Id="R1f03a898804746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86be9929c4574" /><Relationship Type="http://schemas.openxmlformats.org/officeDocument/2006/relationships/notesSlide" Target="/ppt/notesSlides/notesSlide7.xml" Id="R439d0d6adfdf40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20dedfd934681" /><Relationship Type="http://schemas.openxmlformats.org/officeDocument/2006/relationships/notesSlide" Target="/ppt/notesSlides/notesSlide8.xml" Id="Raa2f0d87e80344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1b0e7eb384285" /><Relationship Type="http://schemas.openxmlformats.org/officeDocument/2006/relationships/notesSlide" Target="/ppt/notesSlides/notesSlide9.xml" Id="R76e632eb6e0640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cbc7a672d412f" /><Relationship Type="http://schemas.openxmlformats.org/officeDocument/2006/relationships/notesSlide" Target="/ppt/notesSlides/notesSlide10.xml" Id="R55a21574aa1745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120DD-0451-4307-9572-15356B64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DEB32-B0A2-4A8D-BC5E-526D9DD9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MATO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D23E9-CC55-484D-AF69-D56745CC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From an empty password to documents across departments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D3ADD-B84F-434F-AD3A-85D2C36A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 live Postman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248CF-EDDF-44C6-9182-6A3004BA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Spring LDAP 3.3.7 · Spring AI MariaDB Store 1.0.3</a:t>
            </a:r>
          </a:p>
        </p:txBody>
      </p:sp>
    </p:spTree>
    <p:extLst>
      <p:ext uri="{BB962C8B-B14F-4D97-AF65-F5344CB8AC3E}">
        <p14:creationId xmlns:p14="http://schemas.microsoft.com/office/powerpoint/2010/main" val="85948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356D-528C-4F82-93EA-4574B132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0ACAC-ADEE-46A5-B15E-7F22E77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archive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80ED6-410A-4315-AF1D-3330F8CF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Only the gateway is reachable from the host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EA826-BF2B-46DC-AA6D-DDBCA54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Postman  →  edge gateway :8080  →  archive service :8081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1505B-D03F-4318-B3B9-4A5A90F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Archive service  →  OpenLDAP identities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FEE15-7AB6-418B-8B41-9F307133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Archive service  →  MariaDB roles, notes and documents</a:t>
            </a:r>
          </a:p>
        </p:txBody>
      </p:sp>
    </p:spTree>
    <p:extLst>
      <p:ext uri="{BB962C8B-B14F-4D97-AF65-F5344CB8AC3E}">
        <p14:creationId xmlns:p14="http://schemas.microsoft.com/office/powerpoint/2010/main" val="1152646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79CF9-804A-48AD-A1B7-2E40A35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320BD-7C7C-4508-8CC6-25E3790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3A321-8D92-409C-A4ED-3DD84C18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Access rules before the exploit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0898A-C95C-4E56-8E08-A6D1BC6E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Anonymous /users and /notes: 401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77331-6C27-4720-B842-9FA85FCD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Admin /notes and document search: 403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5E1CA-505B-48CC-AA9F-FA2F8991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Regular user /users: 403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F812F-8C95-4317-AD4A-44E14AAB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Bob requests logistics-corps documents: []</a:t>
            </a:r>
          </a:p>
        </p:txBody>
      </p:sp>
    </p:spTree>
    <p:extLst>
      <p:ext uri="{BB962C8B-B14F-4D97-AF65-F5344CB8AC3E}">
        <p14:creationId xmlns:p14="http://schemas.microsoft.com/office/powerpoint/2010/main" val="1530296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8026C-5A7E-4DB1-89FA-6A8207E3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4AEF7-B666-457A-BD82-7E4DF515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An empty password opens the roster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BD153-BF09-4E4D-A7DE-08CBD6CF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CVE-2026-41720 depends on the LDAP server setting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22F59-716A-4C68-A2CD-697254FB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Basic username: mr.president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15D2B-7908-4EEB-A251-2A7D7A36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Basic password: empty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244F6-F0C9-4BEB-B1FE-10200834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Spring LDAP binds against OpenLDAP with bind_anon_dn enabled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81DA5-AA39-40C3-8245-56BF2C6A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database profile maps the result to ROLE_ADMIN</a:t>
            </a:r>
          </a:p>
        </p:txBody>
      </p:sp>
    </p:spTree>
    <p:extLst>
      <p:ext uri="{BB962C8B-B14F-4D97-AF65-F5344CB8AC3E}">
        <p14:creationId xmlns:p14="http://schemas.microsoft.com/office/powerpoint/2010/main" val="886379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B1F89-2867-4D47-B34A-5108116E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2AFA6-002C-44AA-9A5D-914D3715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roster exposes BCrypt hashes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CBD85-CFB7-4975-A333-7A19B12B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An intentionally unsafe admin DTO makes offline recovery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4ADD1-B9E9-4CA0-BAC2-62863754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GET /users returns bob.passwordHash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FA901-6C71-4CDE-820B-7758DEA8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Compare the hash with solve/wordlist.txt locally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DC77F-3AB0-409B-BFFF-FB76D63C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Bob is the only regular user whose password is in that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A71F4-98AD-4E58-A412-4083AB2B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Set the recovered word in a local Postman variable</a:t>
            </a:r>
          </a:p>
        </p:txBody>
      </p:sp>
    </p:spTree>
    <p:extLst>
      <p:ext uri="{BB962C8B-B14F-4D97-AF65-F5344CB8AC3E}">
        <p14:creationId xmlns:p14="http://schemas.microsoft.com/office/powerpoint/2010/main" val="2012049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9FF50-79E8-45CA-8C32-533C985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D56C2-BED0-43DA-AF1F-150FB1CD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Notes belong to a department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72F10-EB5D-4C40-889D-3E4F1E9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Bob and Maija share intel-analysis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6CD46-8D33-45B3-86AE-B7C7F724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GET /notes has no scope selector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FF9EE-29C2-4695-895F-86180658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archive reads department from the authenticated database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886E-A807-4B87-9081-C948C294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Bob and Maija receive the same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38E58-DBE4-43B9-98C2-D95145DA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Renaud receives separate logistics-corps notes</a:t>
            </a:r>
          </a:p>
        </p:txBody>
      </p:sp>
    </p:spTree>
    <p:extLst>
      <p:ext uri="{BB962C8B-B14F-4D97-AF65-F5344CB8AC3E}">
        <p14:creationId xmlns:p14="http://schemas.microsoft.com/office/powerpoint/2010/main" val="750896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C6E60-6135-4426-8E43-3F3AFA1D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DBE61-E1B6-40BA-BAB4-95860C5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ordinary search stays scoped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00031-1624-4C5A-909F-E3DF8D0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Bob cannot request another department by name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27B44-7417-4FFD-B0D6-2DC7069D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WHERE JSON_VALUE(metadata, '$.department') =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61254-C726-4284-8FB6-619EBB71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AND &lt;converter output for requested department&gt;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40C59-C1B4-42B0-9731-4292E95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first value comes from Bob’s database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AF3C3-25EE-4062-82AB-38256F46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plain logistics-corps filter returns []</a:t>
            </a:r>
          </a:p>
        </p:txBody>
      </p:sp>
    </p:spTree>
    <p:extLst>
      <p:ext uri="{BB962C8B-B14F-4D97-AF65-F5344CB8AC3E}">
        <p14:creationId xmlns:p14="http://schemas.microsoft.com/office/powerpoint/2010/main" val="1180317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752B1-2D41-4472-A7A5-03B2FD1B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448D3-6FE7-4B69-B36B-22CBF35B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quote changes the SQL predicate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F87B9-F101-4AB5-B800-349062D8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CVE-2026-22730 in Spring AI 1.0.3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649BA-AC3B-4785-A833-E4F2B6FD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Requested department: intel-analysis' OR '1'='1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6C5CB-95CB-449C-86AE-F8E1C9B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converter emits the quote without escaping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2A5B8-4770-4678-B4B2-99234C3D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SQL evaluates the scoped AND before the injected 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91B9F-133F-4004-BCEE-4D74DE8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response includes unassigned mato-special-ops</a:t>
            </a:r>
          </a:p>
        </p:txBody>
      </p:sp>
    </p:spTree>
    <p:extLst>
      <p:ext uri="{BB962C8B-B14F-4D97-AF65-F5344CB8AC3E}">
        <p14:creationId xmlns:p14="http://schemas.microsoft.com/office/powerpoint/2010/main" val="537247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E8E68-D8BB-459D-BFA8-99D95E8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F3D44-7A23-48C0-AB32-AEEF2D6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same input stays data when 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1AA38-CA82-4633-8290-F5067C63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The application-level safe query preserves isolation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9D961-AA1E-485C-9835-EA352F6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/documents/search-safe binds both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6E061-E5CD-4B43-88C5-D981F60A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injected string returns []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C6758-3C8C-4C58-B744-FE8122C8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This endpoint demonstrates parameter binding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4763B-CCAD-4D64-A1F8-EAA52678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It does not represent a patched Spring AI build</a:t>
            </a:r>
          </a:p>
        </p:txBody>
      </p:sp>
    </p:spTree>
    <p:extLst>
      <p:ext uri="{BB962C8B-B14F-4D97-AF65-F5344CB8AC3E}">
        <p14:creationId xmlns:p14="http://schemas.microsoft.com/office/powerpoint/2010/main" val="532486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626AF-F180-46EE-AD2E-A210D935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D99E-04CE-4AAE-A534-B8031990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Live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CE7EA-5911-4F0E-ADD3-C76E34D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Twelve Postman requests, one local hash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E1009-9E0A-4489-A8B7-3187D3C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1–4  Baseline and empty-password admin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9E752-20F6-4746-9CA1-FB38276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5–8  Offline recovery, shared notes and role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E86CA-8EFD-49CF-AE23-D09354E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9–12  Normal, foreign, injected and safe document searches</a:t>
            </a:r>
          </a:p>
        </p:txBody>
      </p:sp>
    </p:spTree>
    <p:extLst>
      <p:ext uri="{BB962C8B-B14F-4D97-AF65-F5344CB8AC3E}">
        <p14:creationId xmlns:p14="http://schemas.microsoft.com/office/powerpoint/2010/main" val="2069608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2026-10-30T18:09:25.4490000Z</dcterms:created>
  <dcterms:modified xsi:type="dcterms:W3CDTF">2026-10-30T18:09:25.4490000Z</dcterms:modified>
</coreProperties>
</file>